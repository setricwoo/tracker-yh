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 id="2147483669" r:id="rId2"/>
  </p:sldMasterIdLst>
  <p:notesMasterIdLst>
    <p:notesMasterId r:id="rId10"/>
  </p:notesMasterIdLst>
  <p:handoutMasterIdLst>
    <p:handoutMasterId r:id="rId11"/>
  </p:handoutMasterIdLst>
  <p:sldIdLst>
    <p:sldId id="307" r:id="rId3"/>
    <p:sldId id="308" r:id="rId4"/>
    <p:sldId id="309" r:id="rId5"/>
    <p:sldId id="306" r:id="rId6"/>
    <p:sldId id="311" r:id="rId7"/>
    <p:sldId id="312" r:id="rId8"/>
    <p:sldId id="310" r:id="rId9"/>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EFEFEF"/>
    <a:srgbClr val="FAFAFA"/>
    <a:srgbClr val="E2C1A1"/>
    <a:srgbClr val="D22A22"/>
    <a:srgbClr val="EAAF7D"/>
    <a:srgbClr val="323232"/>
    <a:srgbClr val="D02A21"/>
    <a:srgbClr val="686767"/>
    <a:srgbClr val="E40005"/>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6249" autoAdjust="0"/>
    <p:restoredTop sz="94444" autoAdjust="0"/>
  </p:normalViewPr>
  <p:slideViewPr>
    <p:cSldViewPr snapToGrid="0">
      <p:cViewPr varScale="1">
        <p:scale>
          <a:sx n="111" d="100"/>
          <a:sy n="111" d="100"/>
        </p:scale>
        <p:origin x="522" y="114"/>
      </p:cViewPr>
      <p:guideLst/>
    </p:cSldViewPr>
  </p:slideViewPr>
  <p:outlineViewPr>
    <p:cViewPr>
      <p:scale>
        <a:sx n="33" d="100"/>
        <a:sy n="33" d="100"/>
      </p:scale>
      <p:origin x="0" y="0"/>
    </p:cViewPr>
  </p:outlineViewPr>
  <p:notesTextViewPr>
    <p:cViewPr>
      <p:scale>
        <a:sx n="3" d="2"/>
        <a:sy n="3" d="2"/>
      </p:scale>
      <p:origin x="0" y="0"/>
    </p:cViewPr>
  </p:notesTextViewPr>
  <p:sorterViewPr>
    <p:cViewPr>
      <p:scale>
        <a:sx n="100" d="100"/>
        <a:sy n="100" d="100"/>
      </p:scale>
      <p:origin x="0" y="0"/>
    </p:cViewPr>
  </p:sorterViewPr>
  <p:notesViewPr>
    <p:cSldViewPr snapToGrid="0" showGuides="1">
      <p:cViewPr varScale="1">
        <p:scale>
          <a:sx n="57" d="100"/>
          <a:sy n="57" d="100"/>
        </p:scale>
        <p:origin x="2349" y="48"/>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viewProps" Target="viewProps.xml"/><Relationship Id="rId3" Type="http://schemas.openxmlformats.org/officeDocument/2006/relationships/slide" Target="slides/slide1.xml"/><Relationship Id="rId7" Type="http://schemas.openxmlformats.org/officeDocument/2006/relationships/slide" Target="slides/slide5.xml"/><Relationship Id="rId12" Type="http://schemas.openxmlformats.org/officeDocument/2006/relationships/presProps" Target="presProps.xml"/><Relationship Id="rId2" Type="http://schemas.openxmlformats.org/officeDocument/2006/relationships/slideMaster" Target="slideMasters/slideMaster2.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handoutMaster" Target="handoutMasters/handoutMaster1.xml"/><Relationship Id="rId5" Type="http://schemas.openxmlformats.org/officeDocument/2006/relationships/slide" Target="slides/slide3.xml"/><Relationship Id="rId15" Type="http://schemas.openxmlformats.org/officeDocument/2006/relationships/tableStyles" Target="tableStyles.xml"/><Relationship Id="rId10" Type="http://schemas.openxmlformats.org/officeDocument/2006/relationships/notesMaster" Target="notesMasters/notesMaster1.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389DE411-4F7D-4CD2-9DE6-75525DFD2DA6}" type="datetimeFigureOut">
              <a:rPr lang="zh-CN" altLang="en-US" smtClean="0"/>
              <a:t>2025/3/25</a:t>
            </a:fld>
            <a:endParaRPr lang="zh-CN" alt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18EBB311-F93A-4875-AD24-4E2D01E7CEE4}" type="slidenum">
              <a:rPr lang="zh-CN" altLang="en-US" smtClean="0"/>
              <a:t>‹#›</a:t>
            </a:fld>
            <a:endParaRPr lang="zh-CN" altLang="en-US"/>
          </a:p>
        </p:txBody>
      </p:sp>
    </p:spTree>
    <p:extLst>
      <p:ext uri="{BB962C8B-B14F-4D97-AF65-F5344CB8AC3E}">
        <p14:creationId xmlns:p14="http://schemas.microsoft.com/office/powerpoint/2010/main" val="64828040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C8E1C97-40B5-4BD9-9D34-CA08B9615671}" type="datetimeFigureOut">
              <a:rPr lang="zh-CN" altLang="en-US" smtClean="0"/>
              <a:t>2025/3/25</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9EA1D62-62D9-4436-9347-24A3A255319E}" type="slidenum">
              <a:rPr lang="zh-CN" altLang="en-US" smtClean="0"/>
              <a:t>‹#›</a:t>
            </a:fld>
            <a:endParaRPr lang="zh-CN" altLang="en-US"/>
          </a:p>
        </p:txBody>
      </p:sp>
    </p:spTree>
    <p:extLst>
      <p:ext uri="{BB962C8B-B14F-4D97-AF65-F5344CB8AC3E}">
        <p14:creationId xmlns:p14="http://schemas.microsoft.com/office/powerpoint/2010/main" val="1975294412"/>
      </p:ext>
    </p:extLst>
  </p:cSld>
  <p:clrMap bg1="lt1" tx1="dk1" bg2="lt2" tx2="dk2" accent1="accent1" accent2="accent2" accent3="accent3" accent4="accent4" accent5="accent5" accent6="accent6" hlink="hlink" folHlink="folHlink"/>
  <p:notesStyle>
    <a:lvl1pPr marL="0" algn="l" defTabSz="914400" rtl="0" eaLnBrk="1" latinLnBrk="0" hangingPunct="1">
      <a:defRPr sz="800" kern="1200">
        <a:solidFill>
          <a:schemeClr val="tx1"/>
        </a:solidFill>
        <a:latin typeface="微软雅黑" panose="020B0503020204020204" pitchFamily="34" charset="-122"/>
        <a:ea typeface="微软雅黑" panose="020B0503020204020204" pitchFamily="34" charset="-122"/>
        <a:cs typeface="+mn-cs"/>
      </a:defRPr>
    </a:lvl1pPr>
    <a:lvl2pPr marL="457200" algn="l" defTabSz="914400" rtl="0" eaLnBrk="1" latinLnBrk="0" hangingPunct="1">
      <a:defRPr sz="800" kern="1200">
        <a:solidFill>
          <a:schemeClr val="tx1"/>
        </a:solidFill>
        <a:latin typeface="微软雅黑" panose="020B0503020204020204" pitchFamily="34" charset="-122"/>
        <a:ea typeface="微软雅黑" panose="020B0503020204020204" pitchFamily="34" charset="-122"/>
        <a:cs typeface="+mn-cs"/>
      </a:defRPr>
    </a:lvl2pPr>
    <a:lvl3pPr marL="914400" algn="l" defTabSz="914400" rtl="0" eaLnBrk="1" latinLnBrk="0" hangingPunct="1">
      <a:defRPr sz="800" kern="1200">
        <a:solidFill>
          <a:schemeClr val="tx1"/>
        </a:solidFill>
        <a:latin typeface="微软雅黑" panose="020B0503020204020204" pitchFamily="34" charset="-122"/>
        <a:ea typeface="微软雅黑" panose="020B0503020204020204" pitchFamily="34" charset="-122"/>
        <a:cs typeface="+mn-cs"/>
      </a:defRPr>
    </a:lvl3pPr>
    <a:lvl4pPr marL="1371600" algn="l" defTabSz="914400" rtl="0" eaLnBrk="1" latinLnBrk="0" hangingPunct="1">
      <a:defRPr sz="800" kern="1200">
        <a:solidFill>
          <a:schemeClr val="tx1"/>
        </a:solidFill>
        <a:latin typeface="微软雅黑" panose="020B0503020204020204" pitchFamily="34" charset="-122"/>
        <a:ea typeface="微软雅黑" panose="020B0503020204020204" pitchFamily="34" charset="-122"/>
        <a:cs typeface="+mn-cs"/>
      </a:defRPr>
    </a:lvl4pPr>
    <a:lvl5pPr marL="1828800" algn="l" defTabSz="914400" rtl="0" eaLnBrk="1" latinLnBrk="0" hangingPunct="1">
      <a:defRPr sz="800" kern="1200">
        <a:solidFill>
          <a:schemeClr val="tx1"/>
        </a:solidFill>
        <a:latin typeface="微软雅黑" panose="020B0503020204020204" pitchFamily="34" charset="-122"/>
        <a:ea typeface="微软雅黑" panose="020B0503020204020204" pitchFamily="34"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39EA1D62-62D9-4436-9347-24A3A255319E}" type="slidenum">
              <a:rPr lang="zh-CN" altLang="en-US" smtClean="0"/>
              <a:t>1</a:t>
            </a:fld>
            <a:endParaRPr lang="zh-CN" altLang="en-US"/>
          </a:p>
        </p:txBody>
      </p:sp>
    </p:spTree>
    <p:extLst>
      <p:ext uri="{BB962C8B-B14F-4D97-AF65-F5344CB8AC3E}">
        <p14:creationId xmlns:p14="http://schemas.microsoft.com/office/powerpoint/2010/main" val="316312236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备注：</a:t>
            </a:r>
          </a:p>
        </p:txBody>
      </p:sp>
      <p:sp>
        <p:nvSpPr>
          <p:cNvPr id="4" name="灯片编号占位符 3"/>
          <p:cNvSpPr>
            <a:spLocks noGrp="1"/>
          </p:cNvSpPr>
          <p:nvPr>
            <p:ph type="sldNum" sz="quarter" idx="10"/>
          </p:nvPr>
        </p:nvSpPr>
        <p:spPr/>
        <p:txBody>
          <a:bodyPr/>
          <a:lstStyle/>
          <a:p>
            <a:fld id="{39EA1D62-62D9-4436-9347-24A3A255319E}" type="slidenum">
              <a:rPr lang="zh-CN" altLang="en-US" smtClean="0"/>
              <a:t>4</a:t>
            </a:fld>
            <a:endParaRPr lang="zh-CN" altLang="en-US"/>
          </a:p>
        </p:txBody>
      </p:sp>
    </p:spTree>
    <p:extLst>
      <p:ext uri="{BB962C8B-B14F-4D97-AF65-F5344CB8AC3E}">
        <p14:creationId xmlns:p14="http://schemas.microsoft.com/office/powerpoint/2010/main" val="43844518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39EA1D62-62D9-4436-9347-24A3A255319E}" type="slidenum">
              <a:rPr lang="zh-CN" altLang="en-US" smtClean="0"/>
              <a:t>6</a:t>
            </a:fld>
            <a:endParaRPr lang="zh-CN" altLang="en-US"/>
          </a:p>
        </p:txBody>
      </p:sp>
    </p:spTree>
    <p:extLst>
      <p:ext uri="{BB962C8B-B14F-4D97-AF65-F5344CB8AC3E}">
        <p14:creationId xmlns:p14="http://schemas.microsoft.com/office/powerpoint/2010/main" val="45975866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39EA1D62-62D9-4436-9347-24A3A255319E}" type="slidenum">
              <a:rPr lang="zh-CN" altLang="en-US" smtClean="0"/>
              <a:t>7</a:t>
            </a:fld>
            <a:endParaRPr lang="zh-CN" altLang="en-US"/>
          </a:p>
        </p:txBody>
      </p:sp>
    </p:spTree>
    <p:extLst>
      <p:ext uri="{BB962C8B-B14F-4D97-AF65-F5344CB8AC3E}">
        <p14:creationId xmlns:p14="http://schemas.microsoft.com/office/powerpoint/2010/main" val="1573401815"/>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标题幻灯片">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4" name="文本占位符 32">
            <a:extLst>
              <a:ext uri="{FF2B5EF4-FFF2-40B4-BE49-F238E27FC236}">
                <a16:creationId xmlns:a16="http://schemas.microsoft.com/office/drawing/2014/main" id="{5CAF8835-F8B9-0552-0397-C80050AEDE98}"/>
              </a:ext>
            </a:extLst>
          </p:cNvPr>
          <p:cNvSpPr>
            <a:spLocks noGrp="1"/>
          </p:cNvSpPr>
          <p:nvPr>
            <p:ph type="body" sz="quarter" idx="19" hasCustomPrompt="1"/>
          </p:nvPr>
        </p:nvSpPr>
        <p:spPr>
          <a:xfrm>
            <a:off x="700548" y="4465361"/>
            <a:ext cx="4214737" cy="432644"/>
          </a:xfrm>
          <a:prstGeom prst="rect">
            <a:avLst/>
          </a:prstGeom>
        </p:spPr>
        <p:txBody>
          <a:bodyPr/>
          <a:lstStyle>
            <a:lvl1pPr algn="dist">
              <a:buFontTx/>
              <a:buNone/>
              <a:defRPr sz="1800" b="0" kern="1500" spc="100" baseline="0">
                <a:solidFill>
                  <a:srgbClr val="323232"/>
                </a:solidFill>
                <a:latin typeface="微软雅黑" panose="020B0503020204020204" pitchFamily="34" charset="-122"/>
                <a:ea typeface="微软雅黑" panose="020B0503020204020204" pitchFamily="34" charset="-122"/>
              </a:defRPr>
            </a:lvl1pPr>
            <a:lvl2pPr>
              <a:defRPr sz="1600"/>
            </a:lvl2pPr>
            <a:lvl3pPr>
              <a:defRPr sz="1400"/>
            </a:lvl3pPr>
            <a:lvl4pPr>
              <a:defRPr sz="1200"/>
            </a:lvl4pPr>
            <a:lvl5pPr>
              <a:defRPr sz="1200"/>
            </a:lvl5pPr>
          </a:lstStyle>
          <a:p>
            <a:pPr lvl="0"/>
            <a:r>
              <a:rPr kumimoji="1" lang="zh-CN" altLang="en-US" dirty="0"/>
              <a:t>请输入汇报人姓名 ｜ </a:t>
            </a:r>
            <a:r>
              <a:rPr kumimoji="1" lang="en-US" altLang="zh-CN" dirty="0"/>
              <a:t>xx</a:t>
            </a:r>
            <a:r>
              <a:rPr kumimoji="1" lang="zh-CN" altLang="en-US" dirty="0"/>
              <a:t>年</a:t>
            </a:r>
            <a:r>
              <a:rPr kumimoji="1" lang="en-US" altLang="zh-CN" dirty="0"/>
              <a:t>xx</a:t>
            </a:r>
            <a:r>
              <a:rPr kumimoji="1" lang="zh-CN" altLang="en-US" dirty="0"/>
              <a:t>月</a:t>
            </a:r>
            <a:r>
              <a:rPr kumimoji="1" lang="en-US" altLang="zh-CN" dirty="0"/>
              <a:t>xx</a:t>
            </a:r>
            <a:r>
              <a:rPr kumimoji="1" lang="zh-CN" altLang="en-US" dirty="0"/>
              <a:t>日</a:t>
            </a:r>
          </a:p>
        </p:txBody>
      </p:sp>
      <p:sp>
        <p:nvSpPr>
          <p:cNvPr id="2" name="文本框 1">
            <a:extLst>
              <a:ext uri="{FF2B5EF4-FFF2-40B4-BE49-F238E27FC236}">
                <a16:creationId xmlns:a16="http://schemas.microsoft.com/office/drawing/2014/main" id="{C7890CF8-37FC-6ABD-BA66-F7980A6152F5}"/>
              </a:ext>
            </a:extLst>
          </p:cNvPr>
          <p:cNvSpPr txBox="1"/>
          <p:nvPr userDrawn="1"/>
        </p:nvSpPr>
        <p:spPr>
          <a:xfrm>
            <a:off x="10552878" y="6420205"/>
            <a:ext cx="1506070" cy="338554"/>
          </a:xfrm>
          <a:prstGeom prst="rect">
            <a:avLst/>
          </a:prstGeom>
          <a:noFill/>
        </p:spPr>
        <p:txBody>
          <a:bodyPr wrap="square" rtlCol="0">
            <a:spAutoFit/>
          </a:bodyPr>
          <a:lstStyle/>
          <a:p>
            <a:pPr algn="dist"/>
            <a:r>
              <a:rPr kumimoji="1" lang="zh-CN" altLang="en-US" sz="1600" b="1" dirty="0">
                <a:solidFill>
                  <a:schemeClr val="bg1">
                    <a:lumMod val="65000"/>
                  </a:schemeClr>
                </a:solidFill>
                <a:latin typeface="Microsoft YaHei" panose="020B0503020204020204" pitchFamily="34" charset="-122"/>
                <a:ea typeface="Microsoft YaHei" panose="020B0503020204020204" pitchFamily="34" charset="-122"/>
              </a:rPr>
              <a:t>投资市场中台</a:t>
            </a:r>
          </a:p>
        </p:txBody>
      </p:sp>
      <p:sp>
        <p:nvSpPr>
          <p:cNvPr id="15" name="标题 14">
            <a:extLst>
              <a:ext uri="{FF2B5EF4-FFF2-40B4-BE49-F238E27FC236}">
                <a16:creationId xmlns:a16="http://schemas.microsoft.com/office/drawing/2014/main" id="{D32E3233-37F5-B1AD-01B2-EFD5E144F024}"/>
              </a:ext>
            </a:extLst>
          </p:cNvPr>
          <p:cNvSpPr>
            <a:spLocks noGrp="1"/>
          </p:cNvSpPr>
          <p:nvPr>
            <p:ph type="title"/>
          </p:nvPr>
        </p:nvSpPr>
        <p:spPr>
          <a:xfrm>
            <a:off x="685800" y="2805985"/>
            <a:ext cx="10515600" cy="1325563"/>
          </a:xfrm>
          <a:prstGeom prst="rect">
            <a:avLst/>
          </a:prstGeom>
        </p:spPr>
        <p:txBody>
          <a:bodyPr>
            <a:normAutofit/>
          </a:bodyPr>
          <a:lstStyle>
            <a:lvl1pPr>
              <a:defRPr sz="8000" b="1">
                <a:solidFill>
                  <a:srgbClr val="D02A21"/>
                </a:solidFill>
                <a:latin typeface="Microsoft YaHei" panose="020B0503020204020204" pitchFamily="34" charset="-122"/>
                <a:ea typeface="Microsoft YaHei" panose="020B0503020204020204" pitchFamily="34" charset="-122"/>
              </a:defRPr>
            </a:lvl1pPr>
          </a:lstStyle>
          <a:p>
            <a:endParaRPr kumimoji="1" lang="zh-CN" altLang="en-US" dirty="0"/>
          </a:p>
        </p:txBody>
      </p:sp>
    </p:spTree>
    <p:extLst>
      <p:ext uri="{BB962C8B-B14F-4D97-AF65-F5344CB8AC3E}">
        <p14:creationId xmlns:p14="http://schemas.microsoft.com/office/powerpoint/2010/main" val="294772772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目录">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F01F956-E1C3-D4D0-8DCF-11C4B6B24B5C}"/>
              </a:ext>
            </a:extLst>
          </p:cNvPr>
          <p:cNvSpPr>
            <a:spLocks noGrp="1"/>
          </p:cNvSpPr>
          <p:nvPr>
            <p:ph type="title" hasCustomPrompt="1"/>
          </p:nvPr>
        </p:nvSpPr>
        <p:spPr>
          <a:xfrm>
            <a:off x="330506" y="343498"/>
            <a:ext cx="10149349" cy="651586"/>
          </a:xfrm>
          <a:prstGeom prst="rect">
            <a:avLst/>
          </a:prstGeom>
        </p:spPr>
        <p:txBody>
          <a:bodyPr/>
          <a:lstStyle>
            <a:lvl1pPr>
              <a:lnSpc>
                <a:spcPct val="100000"/>
              </a:lnSpc>
              <a:defRPr sz="3200" b="1" spc="300">
                <a:solidFill>
                  <a:srgbClr val="D22A22"/>
                </a:solidFill>
                <a:latin typeface="Microsoft YaHei" panose="020B0503020204020204" pitchFamily="34" charset="-122"/>
                <a:ea typeface="Microsoft YaHei" panose="020B0503020204020204" pitchFamily="34" charset="-122"/>
              </a:defRPr>
            </a:lvl1pPr>
          </a:lstStyle>
          <a:p>
            <a:r>
              <a:rPr kumimoji="1" lang="zh-CN" altLang="en-US" dirty="0"/>
              <a:t>目录</a:t>
            </a:r>
          </a:p>
        </p:txBody>
      </p:sp>
      <p:sp>
        <p:nvSpPr>
          <p:cNvPr id="3" name="矩形 2">
            <a:extLst>
              <a:ext uri="{FF2B5EF4-FFF2-40B4-BE49-F238E27FC236}">
                <a16:creationId xmlns:a16="http://schemas.microsoft.com/office/drawing/2014/main" id="{21F6A4F8-1FB9-893C-357B-981341615E24}"/>
              </a:ext>
            </a:extLst>
          </p:cNvPr>
          <p:cNvSpPr/>
          <p:nvPr userDrawn="1"/>
        </p:nvSpPr>
        <p:spPr>
          <a:xfrm>
            <a:off x="0" y="413797"/>
            <a:ext cx="147918" cy="510988"/>
          </a:xfrm>
          <a:prstGeom prst="rect">
            <a:avLst/>
          </a:prstGeom>
          <a:solidFill>
            <a:srgbClr val="D22A2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6" name="文本占位符 32">
            <a:extLst>
              <a:ext uri="{FF2B5EF4-FFF2-40B4-BE49-F238E27FC236}">
                <a16:creationId xmlns:a16="http://schemas.microsoft.com/office/drawing/2014/main" id="{647250E6-00C5-1952-E39D-7F5BB430975F}"/>
              </a:ext>
            </a:extLst>
          </p:cNvPr>
          <p:cNvSpPr>
            <a:spLocks noGrp="1"/>
          </p:cNvSpPr>
          <p:nvPr>
            <p:ph type="body" sz="quarter" idx="17" hasCustomPrompt="1"/>
          </p:nvPr>
        </p:nvSpPr>
        <p:spPr>
          <a:xfrm>
            <a:off x="2467797" y="1735007"/>
            <a:ext cx="3230563" cy="337589"/>
          </a:xfrm>
          <a:prstGeom prst="rect">
            <a:avLst/>
          </a:prstGeom>
        </p:spPr>
        <p:txBody>
          <a:bodyPr lIns="90000"/>
          <a:lstStyle>
            <a:lvl1pPr algn="l">
              <a:buFontTx/>
              <a:buNone/>
              <a:defRPr sz="2400" b="1" kern="0" spc="300" baseline="0">
                <a:solidFill>
                  <a:schemeClr val="tx1"/>
                </a:solidFill>
                <a:latin typeface="微软雅黑" panose="020B0503020204020204" pitchFamily="34" charset="-122"/>
                <a:ea typeface="微软雅黑" panose="020B0503020204020204" pitchFamily="34" charset="-122"/>
              </a:defRPr>
            </a:lvl1pPr>
            <a:lvl2pPr>
              <a:defRPr sz="1600"/>
            </a:lvl2pPr>
            <a:lvl3pPr>
              <a:defRPr sz="1400"/>
            </a:lvl3pPr>
            <a:lvl4pPr>
              <a:defRPr sz="1200"/>
            </a:lvl4pPr>
            <a:lvl5pPr>
              <a:defRPr sz="1200"/>
            </a:lvl5pPr>
          </a:lstStyle>
          <a:p>
            <a:pPr lvl="0"/>
            <a:r>
              <a:rPr kumimoji="1" lang="zh-CN" altLang="en-US" dirty="0"/>
              <a:t>请输入章节标题</a:t>
            </a:r>
          </a:p>
        </p:txBody>
      </p:sp>
      <p:sp>
        <p:nvSpPr>
          <p:cNvPr id="7" name="文本占位符 32">
            <a:extLst>
              <a:ext uri="{FF2B5EF4-FFF2-40B4-BE49-F238E27FC236}">
                <a16:creationId xmlns:a16="http://schemas.microsoft.com/office/drawing/2014/main" id="{50E5DDD6-1875-E353-CC06-145FB4CD8414}"/>
              </a:ext>
            </a:extLst>
          </p:cNvPr>
          <p:cNvSpPr>
            <a:spLocks noGrp="1"/>
          </p:cNvSpPr>
          <p:nvPr>
            <p:ph type="body" sz="quarter" idx="29" hasCustomPrompt="1"/>
          </p:nvPr>
        </p:nvSpPr>
        <p:spPr>
          <a:xfrm>
            <a:off x="1747776" y="1748288"/>
            <a:ext cx="585930" cy="349526"/>
          </a:xfrm>
          <a:prstGeom prst="rect">
            <a:avLst/>
          </a:prstGeom>
        </p:spPr>
        <p:txBody>
          <a:bodyPr/>
          <a:lstStyle>
            <a:lvl1pPr algn="ctr">
              <a:buFontTx/>
              <a:buNone/>
              <a:defRPr sz="1800" b="1" kern="0" spc="100" baseline="0">
                <a:solidFill>
                  <a:schemeClr val="bg1"/>
                </a:solidFill>
                <a:latin typeface="微软雅黑" panose="020B0503020204020204" pitchFamily="34" charset="-122"/>
                <a:ea typeface="微软雅黑" panose="020B0503020204020204" pitchFamily="34" charset="-122"/>
              </a:defRPr>
            </a:lvl1pPr>
            <a:lvl2pPr>
              <a:defRPr sz="1600"/>
            </a:lvl2pPr>
            <a:lvl3pPr>
              <a:defRPr sz="1400"/>
            </a:lvl3pPr>
            <a:lvl4pPr>
              <a:defRPr sz="1200"/>
            </a:lvl4pPr>
            <a:lvl5pPr>
              <a:defRPr sz="1200"/>
            </a:lvl5pPr>
          </a:lstStyle>
          <a:p>
            <a:pPr lvl="0"/>
            <a:r>
              <a:rPr kumimoji="1" lang="en-US" altLang="zh-CN" dirty="0"/>
              <a:t>01</a:t>
            </a:r>
            <a:endParaRPr kumimoji="1" lang="zh-CN" altLang="en-US" dirty="0"/>
          </a:p>
        </p:txBody>
      </p:sp>
      <p:sp>
        <p:nvSpPr>
          <p:cNvPr id="8" name="文本占位符 32">
            <a:extLst>
              <a:ext uri="{FF2B5EF4-FFF2-40B4-BE49-F238E27FC236}">
                <a16:creationId xmlns:a16="http://schemas.microsoft.com/office/drawing/2014/main" id="{62F5AD3E-DB2D-5142-3DFD-C65AF3472882}"/>
              </a:ext>
            </a:extLst>
          </p:cNvPr>
          <p:cNvSpPr>
            <a:spLocks noGrp="1"/>
          </p:cNvSpPr>
          <p:nvPr>
            <p:ph type="body" sz="quarter" idx="30" hasCustomPrompt="1"/>
          </p:nvPr>
        </p:nvSpPr>
        <p:spPr>
          <a:xfrm>
            <a:off x="2467797" y="2448217"/>
            <a:ext cx="3230563" cy="337589"/>
          </a:xfrm>
          <a:prstGeom prst="rect">
            <a:avLst/>
          </a:prstGeom>
        </p:spPr>
        <p:txBody>
          <a:bodyPr lIns="90000"/>
          <a:lstStyle>
            <a:lvl1pPr algn="l">
              <a:buFontTx/>
              <a:buNone/>
              <a:defRPr sz="2400" b="1" kern="0" spc="300" baseline="0">
                <a:solidFill>
                  <a:schemeClr val="tx1"/>
                </a:solidFill>
                <a:latin typeface="微软雅黑" panose="020B0503020204020204" pitchFamily="34" charset="-122"/>
                <a:ea typeface="微软雅黑" panose="020B0503020204020204" pitchFamily="34" charset="-122"/>
              </a:defRPr>
            </a:lvl1pPr>
            <a:lvl2pPr>
              <a:defRPr sz="1600"/>
            </a:lvl2pPr>
            <a:lvl3pPr>
              <a:defRPr sz="1400"/>
            </a:lvl3pPr>
            <a:lvl4pPr>
              <a:defRPr sz="1200"/>
            </a:lvl4pPr>
            <a:lvl5pPr>
              <a:defRPr sz="1200"/>
            </a:lvl5pPr>
          </a:lstStyle>
          <a:p>
            <a:pPr lvl="0"/>
            <a:r>
              <a:rPr kumimoji="1" lang="zh-CN" altLang="en-US" dirty="0"/>
              <a:t>请输入章节标题</a:t>
            </a:r>
          </a:p>
        </p:txBody>
      </p:sp>
      <p:sp>
        <p:nvSpPr>
          <p:cNvPr id="9" name="文本占位符 32">
            <a:extLst>
              <a:ext uri="{FF2B5EF4-FFF2-40B4-BE49-F238E27FC236}">
                <a16:creationId xmlns:a16="http://schemas.microsoft.com/office/drawing/2014/main" id="{332F0D2C-1CE5-4692-AF88-48674FFA600B}"/>
              </a:ext>
            </a:extLst>
          </p:cNvPr>
          <p:cNvSpPr>
            <a:spLocks noGrp="1"/>
          </p:cNvSpPr>
          <p:nvPr>
            <p:ph type="body" sz="quarter" idx="31" hasCustomPrompt="1"/>
          </p:nvPr>
        </p:nvSpPr>
        <p:spPr>
          <a:xfrm>
            <a:off x="1747776" y="2461498"/>
            <a:ext cx="585930" cy="349526"/>
          </a:xfrm>
          <a:prstGeom prst="rect">
            <a:avLst/>
          </a:prstGeom>
        </p:spPr>
        <p:txBody>
          <a:bodyPr/>
          <a:lstStyle>
            <a:lvl1pPr algn="ctr">
              <a:buFontTx/>
              <a:buNone/>
              <a:defRPr sz="1800" b="1" kern="0" spc="100" baseline="0">
                <a:solidFill>
                  <a:schemeClr val="bg1"/>
                </a:solidFill>
                <a:latin typeface="微软雅黑" panose="020B0503020204020204" pitchFamily="34" charset="-122"/>
                <a:ea typeface="微软雅黑" panose="020B0503020204020204" pitchFamily="34" charset="-122"/>
              </a:defRPr>
            </a:lvl1pPr>
            <a:lvl2pPr>
              <a:defRPr sz="1600"/>
            </a:lvl2pPr>
            <a:lvl3pPr>
              <a:defRPr sz="1400"/>
            </a:lvl3pPr>
            <a:lvl4pPr>
              <a:defRPr sz="1200"/>
            </a:lvl4pPr>
            <a:lvl5pPr>
              <a:defRPr sz="1200"/>
            </a:lvl5pPr>
          </a:lstStyle>
          <a:p>
            <a:pPr lvl="0"/>
            <a:r>
              <a:rPr kumimoji="1" lang="en-US" altLang="zh-CN" dirty="0"/>
              <a:t>02</a:t>
            </a:r>
            <a:endParaRPr kumimoji="1" lang="zh-CN" altLang="en-US" dirty="0"/>
          </a:p>
        </p:txBody>
      </p:sp>
      <p:sp>
        <p:nvSpPr>
          <p:cNvPr id="10" name="文本占位符 32">
            <a:extLst>
              <a:ext uri="{FF2B5EF4-FFF2-40B4-BE49-F238E27FC236}">
                <a16:creationId xmlns:a16="http://schemas.microsoft.com/office/drawing/2014/main" id="{9D812AD5-CA79-441A-A3D3-1E61202C19D0}"/>
              </a:ext>
            </a:extLst>
          </p:cNvPr>
          <p:cNvSpPr>
            <a:spLocks noGrp="1"/>
          </p:cNvSpPr>
          <p:nvPr>
            <p:ph type="body" sz="quarter" idx="32" hasCustomPrompt="1"/>
          </p:nvPr>
        </p:nvSpPr>
        <p:spPr>
          <a:xfrm>
            <a:off x="2467797" y="3874637"/>
            <a:ext cx="3230563" cy="337589"/>
          </a:xfrm>
          <a:prstGeom prst="rect">
            <a:avLst/>
          </a:prstGeom>
        </p:spPr>
        <p:txBody>
          <a:bodyPr lIns="90000"/>
          <a:lstStyle>
            <a:lvl1pPr algn="l">
              <a:buFontTx/>
              <a:buNone/>
              <a:defRPr sz="2400" b="1" kern="0" spc="300" baseline="0">
                <a:solidFill>
                  <a:schemeClr val="tx1"/>
                </a:solidFill>
                <a:latin typeface="微软雅黑" panose="020B0503020204020204" pitchFamily="34" charset="-122"/>
                <a:ea typeface="微软雅黑" panose="020B0503020204020204" pitchFamily="34" charset="-122"/>
              </a:defRPr>
            </a:lvl1pPr>
            <a:lvl2pPr>
              <a:defRPr sz="1600"/>
            </a:lvl2pPr>
            <a:lvl3pPr>
              <a:defRPr sz="1400"/>
            </a:lvl3pPr>
            <a:lvl4pPr>
              <a:defRPr sz="1200"/>
            </a:lvl4pPr>
            <a:lvl5pPr>
              <a:defRPr sz="1200"/>
            </a:lvl5pPr>
          </a:lstStyle>
          <a:p>
            <a:pPr lvl="0"/>
            <a:r>
              <a:rPr kumimoji="1" lang="zh-CN" altLang="en-US" dirty="0"/>
              <a:t>请输入章节标题</a:t>
            </a:r>
          </a:p>
        </p:txBody>
      </p:sp>
      <p:sp>
        <p:nvSpPr>
          <p:cNvPr id="11" name="文本占位符 32">
            <a:extLst>
              <a:ext uri="{FF2B5EF4-FFF2-40B4-BE49-F238E27FC236}">
                <a16:creationId xmlns:a16="http://schemas.microsoft.com/office/drawing/2014/main" id="{981F84CE-33E3-1B61-49D1-94E0A6D36ABE}"/>
              </a:ext>
            </a:extLst>
          </p:cNvPr>
          <p:cNvSpPr>
            <a:spLocks noGrp="1"/>
          </p:cNvSpPr>
          <p:nvPr>
            <p:ph type="body" sz="quarter" idx="33" hasCustomPrompt="1"/>
          </p:nvPr>
        </p:nvSpPr>
        <p:spPr>
          <a:xfrm>
            <a:off x="1747776" y="3887918"/>
            <a:ext cx="585930" cy="349526"/>
          </a:xfrm>
          <a:prstGeom prst="rect">
            <a:avLst/>
          </a:prstGeom>
        </p:spPr>
        <p:txBody>
          <a:bodyPr/>
          <a:lstStyle>
            <a:lvl1pPr algn="ctr">
              <a:buFontTx/>
              <a:buNone/>
              <a:defRPr sz="1800" b="1" kern="0" spc="100" baseline="0">
                <a:solidFill>
                  <a:schemeClr val="bg1"/>
                </a:solidFill>
                <a:latin typeface="微软雅黑" panose="020B0503020204020204" pitchFamily="34" charset="-122"/>
                <a:ea typeface="微软雅黑" panose="020B0503020204020204" pitchFamily="34" charset="-122"/>
              </a:defRPr>
            </a:lvl1pPr>
            <a:lvl2pPr>
              <a:defRPr sz="1600"/>
            </a:lvl2pPr>
            <a:lvl3pPr>
              <a:defRPr sz="1400"/>
            </a:lvl3pPr>
            <a:lvl4pPr>
              <a:defRPr sz="1200"/>
            </a:lvl4pPr>
            <a:lvl5pPr>
              <a:defRPr sz="1200"/>
            </a:lvl5pPr>
          </a:lstStyle>
          <a:p>
            <a:pPr lvl="0"/>
            <a:r>
              <a:rPr kumimoji="1" lang="en-US" altLang="zh-CN" dirty="0"/>
              <a:t>04</a:t>
            </a:r>
            <a:endParaRPr kumimoji="1" lang="zh-CN" altLang="en-US" dirty="0"/>
          </a:p>
        </p:txBody>
      </p:sp>
      <p:sp>
        <p:nvSpPr>
          <p:cNvPr id="12" name="文本占位符 32">
            <a:extLst>
              <a:ext uri="{FF2B5EF4-FFF2-40B4-BE49-F238E27FC236}">
                <a16:creationId xmlns:a16="http://schemas.microsoft.com/office/drawing/2014/main" id="{F29B7992-6EAF-C0D9-2039-C62354E01970}"/>
              </a:ext>
            </a:extLst>
          </p:cNvPr>
          <p:cNvSpPr>
            <a:spLocks noGrp="1"/>
          </p:cNvSpPr>
          <p:nvPr>
            <p:ph type="body" sz="quarter" idx="34" hasCustomPrompt="1"/>
          </p:nvPr>
        </p:nvSpPr>
        <p:spPr>
          <a:xfrm>
            <a:off x="2467797" y="3161427"/>
            <a:ext cx="3230563" cy="337589"/>
          </a:xfrm>
          <a:prstGeom prst="rect">
            <a:avLst/>
          </a:prstGeom>
        </p:spPr>
        <p:txBody>
          <a:bodyPr lIns="90000"/>
          <a:lstStyle>
            <a:lvl1pPr algn="l">
              <a:buFontTx/>
              <a:buNone/>
              <a:defRPr sz="2400" b="1" kern="0" spc="300" baseline="0">
                <a:solidFill>
                  <a:schemeClr val="tx1"/>
                </a:solidFill>
                <a:latin typeface="微软雅黑" panose="020B0503020204020204" pitchFamily="34" charset="-122"/>
                <a:ea typeface="微软雅黑" panose="020B0503020204020204" pitchFamily="34" charset="-122"/>
              </a:defRPr>
            </a:lvl1pPr>
            <a:lvl2pPr>
              <a:defRPr sz="1600"/>
            </a:lvl2pPr>
            <a:lvl3pPr>
              <a:defRPr sz="1400"/>
            </a:lvl3pPr>
            <a:lvl4pPr>
              <a:defRPr sz="1200"/>
            </a:lvl4pPr>
            <a:lvl5pPr>
              <a:defRPr sz="1200"/>
            </a:lvl5pPr>
          </a:lstStyle>
          <a:p>
            <a:pPr lvl="0"/>
            <a:r>
              <a:rPr kumimoji="1" lang="zh-CN" altLang="en-US" dirty="0"/>
              <a:t>请输入章节标题</a:t>
            </a:r>
          </a:p>
        </p:txBody>
      </p:sp>
      <p:sp>
        <p:nvSpPr>
          <p:cNvPr id="13" name="文本占位符 32">
            <a:extLst>
              <a:ext uri="{FF2B5EF4-FFF2-40B4-BE49-F238E27FC236}">
                <a16:creationId xmlns:a16="http://schemas.microsoft.com/office/drawing/2014/main" id="{97E3A1B9-B06F-5938-14B9-4B8D4054365F}"/>
              </a:ext>
            </a:extLst>
          </p:cNvPr>
          <p:cNvSpPr>
            <a:spLocks noGrp="1"/>
          </p:cNvSpPr>
          <p:nvPr>
            <p:ph type="body" sz="quarter" idx="35" hasCustomPrompt="1"/>
          </p:nvPr>
        </p:nvSpPr>
        <p:spPr>
          <a:xfrm>
            <a:off x="1747776" y="3174708"/>
            <a:ext cx="585930" cy="349526"/>
          </a:xfrm>
          <a:prstGeom prst="rect">
            <a:avLst/>
          </a:prstGeom>
        </p:spPr>
        <p:txBody>
          <a:bodyPr/>
          <a:lstStyle>
            <a:lvl1pPr algn="ctr">
              <a:buFontTx/>
              <a:buNone/>
              <a:defRPr sz="1800" b="1" kern="0" spc="100" baseline="0">
                <a:solidFill>
                  <a:schemeClr val="bg1"/>
                </a:solidFill>
                <a:latin typeface="微软雅黑" panose="020B0503020204020204" pitchFamily="34" charset="-122"/>
                <a:ea typeface="微软雅黑" panose="020B0503020204020204" pitchFamily="34" charset="-122"/>
              </a:defRPr>
            </a:lvl1pPr>
            <a:lvl2pPr>
              <a:defRPr sz="1600"/>
            </a:lvl2pPr>
            <a:lvl3pPr>
              <a:defRPr sz="1400"/>
            </a:lvl3pPr>
            <a:lvl4pPr>
              <a:defRPr sz="1200"/>
            </a:lvl4pPr>
            <a:lvl5pPr>
              <a:defRPr sz="1200"/>
            </a:lvl5pPr>
          </a:lstStyle>
          <a:p>
            <a:pPr lvl="0"/>
            <a:r>
              <a:rPr kumimoji="1" lang="en-US" altLang="zh-CN" dirty="0"/>
              <a:t>03</a:t>
            </a:r>
            <a:endParaRPr kumimoji="1" lang="zh-CN" altLang="en-US" dirty="0"/>
          </a:p>
        </p:txBody>
      </p:sp>
      <p:sp>
        <p:nvSpPr>
          <p:cNvPr id="14" name="文本占位符 32">
            <a:extLst>
              <a:ext uri="{FF2B5EF4-FFF2-40B4-BE49-F238E27FC236}">
                <a16:creationId xmlns:a16="http://schemas.microsoft.com/office/drawing/2014/main" id="{66E4D423-6F12-DDE2-7402-204E91ADAFCD}"/>
              </a:ext>
            </a:extLst>
          </p:cNvPr>
          <p:cNvSpPr>
            <a:spLocks noGrp="1"/>
          </p:cNvSpPr>
          <p:nvPr>
            <p:ph type="body" sz="quarter" idx="36" hasCustomPrompt="1"/>
          </p:nvPr>
        </p:nvSpPr>
        <p:spPr>
          <a:xfrm>
            <a:off x="2467797" y="4587847"/>
            <a:ext cx="3230563" cy="337589"/>
          </a:xfrm>
          <a:prstGeom prst="rect">
            <a:avLst/>
          </a:prstGeom>
        </p:spPr>
        <p:txBody>
          <a:bodyPr lIns="90000"/>
          <a:lstStyle>
            <a:lvl1pPr algn="l">
              <a:buFontTx/>
              <a:buNone/>
              <a:defRPr sz="2400" b="1" kern="0" spc="300" baseline="0">
                <a:solidFill>
                  <a:schemeClr val="tx1"/>
                </a:solidFill>
                <a:latin typeface="微软雅黑" panose="020B0503020204020204" pitchFamily="34" charset="-122"/>
                <a:ea typeface="微软雅黑" panose="020B0503020204020204" pitchFamily="34" charset="-122"/>
              </a:defRPr>
            </a:lvl1pPr>
            <a:lvl2pPr>
              <a:defRPr sz="1600"/>
            </a:lvl2pPr>
            <a:lvl3pPr>
              <a:defRPr sz="1400"/>
            </a:lvl3pPr>
            <a:lvl4pPr>
              <a:defRPr sz="1200"/>
            </a:lvl4pPr>
            <a:lvl5pPr>
              <a:defRPr sz="1200"/>
            </a:lvl5pPr>
          </a:lstStyle>
          <a:p>
            <a:pPr lvl="0"/>
            <a:r>
              <a:rPr kumimoji="1" lang="zh-CN" altLang="en-US" dirty="0"/>
              <a:t>请输入章节标题</a:t>
            </a:r>
          </a:p>
        </p:txBody>
      </p:sp>
      <p:sp>
        <p:nvSpPr>
          <p:cNvPr id="15" name="文本占位符 32">
            <a:extLst>
              <a:ext uri="{FF2B5EF4-FFF2-40B4-BE49-F238E27FC236}">
                <a16:creationId xmlns:a16="http://schemas.microsoft.com/office/drawing/2014/main" id="{16567533-9097-D292-FB01-069428425780}"/>
              </a:ext>
            </a:extLst>
          </p:cNvPr>
          <p:cNvSpPr>
            <a:spLocks noGrp="1"/>
          </p:cNvSpPr>
          <p:nvPr>
            <p:ph type="body" sz="quarter" idx="37" hasCustomPrompt="1"/>
          </p:nvPr>
        </p:nvSpPr>
        <p:spPr>
          <a:xfrm>
            <a:off x="1747776" y="4601128"/>
            <a:ext cx="585930" cy="349526"/>
          </a:xfrm>
          <a:prstGeom prst="rect">
            <a:avLst/>
          </a:prstGeom>
        </p:spPr>
        <p:txBody>
          <a:bodyPr/>
          <a:lstStyle>
            <a:lvl1pPr algn="ctr">
              <a:buFontTx/>
              <a:buNone/>
              <a:defRPr sz="1800" b="1" kern="0" spc="100" baseline="0">
                <a:solidFill>
                  <a:schemeClr val="bg1"/>
                </a:solidFill>
                <a:latin typeface="微软雅黑" panose="020B0503020204020204" pitchFamily="34" charset="-122"/>
                <a:ea typeface="微软雅黑" panose="020B0503020204020204" pitchFamily="34" charset="-122"/>
              </a:defRPr>
            </a:lvl1pPr>
            <a:lvl2pPr>
              <a:defRPr sz="1600"/>
            </a:lvl2pPr>
            <a:lvl3pPr>
              <a:defRPr sz="1400"/>
            </a:lvl3pPr>
            <a:lvl4pPr>
              <a:defRPr sz="1200"/>
            </a:lvl4pPr>
            <a:lvl5pPr>
              <a:defRPr sz="1200"/>
            </a:lvl5pPr>
          </a:lstStyle>
          <a:p>
            <a:pPr lvl="0"/>
            <a:r>
              <a:rPr kumimoji="1" lang="en-US" altLang="zh-CN" dirty="0"/>
              <a:t>05</a:t>
            </a:r>
            <a:endParaRPr kumimoji="1" lang="zh-CN" altLang="en-US" dirty="0"/>
          </a:p>
        </p:txBody>
      </p:sp>
      <p:sp>
        <p:nvSpPr>
          <p:cNvPr id="16" name="文本占位符 32">
            <a:extLst>
              <a:ext uri="{FF2B5EF4-FFF2-40B4-BE49-F238E27FC236}">
                <a16:creationId xmlns:a16="http://schemas.microsoft.com/office/drawing/2014/main" id="{A0ED99AF-52CD-909A-F9E4-E0A21EC82AFA}"/>
              </a:ext>
            </a:extLst>
          </p:cNvPr>
          <p:cNvSpPr>
            <a:spLocks noGrp="1"/>
          </p:cNvSpPr>
          <p:nvPr>
            <p:ph type="body" sz="quarter" idx="38" hasCustomPrompt="1"/>
          </p:nvPr>
        </p:nvSpPr>
        <p:spPr>
          <a:xfrm>
            <a:off x="2467797" y="5301058"/>
            <a:ext cx="3230563" cy="337589"/>
          </a:xfrm>
          <a:prstGeom prst="rect">
            <a:avLst/>
          </a:prstGeom>
        </p:spPr>
        <p:txBody>
          <a:bodyPr lIns="90000"/>
          <a:lstStyle>
            <a:lvl1pPr algn="l">
              <a:buFontTx/>
              <a:buNone/>
              <a:defRPr sz="2400" b="1" kern="0" spc="300" baseline="0">
                <a:solidFill>
                  <a:schemeClr val="tx1"/>
                </a:solidFill>
                <a:latin typeface="微软雅黑" panose="020B0503020204020204" pitchFamily="34" charset="-122"/>
                <a:ea typeface="微软雅黑" panose="020B0503020204020204" pitchFamily="34" charset="-122"/>
              </a:defRPr>
            </a:lvl1pPr>
            <a:lvl2pPr>
              <a:defRPr sz="1600"/>
            </a:lvl2pPr>
            <a:lvl3pPr>
              <a:defRPr sz="1400"/>
            </a:lvl3pPr>
            <a:lvl4pPr>
              <a:defRPr sz="1200"/>
            </a:lvl4pPr>
            <a:lvl5pPr>
              <a:defRPr sz="1200"/>
            </a:lvl5pPr>
          </a:lstStyle>
          <a:p>
            <a:pPr lvl="0"/>
            <a:r>
              <a:rPr kumimoji="1" lang="zh-CN" altLang="en-US" dirty="0"/>
              <a:t>请输入章节标题</a:t>
            </a:r>
          </a:p>
        </p:txBody>
      </p:sp>
      <p:sp>
        <p:nvSpPr>
          <p:cNvPr id="17" name="文本占位符 32">
            <a:extLst>
              <a:ext uri="{FF2B5EF4-FFF2-40B4-BE49-F238E27FC236}">
                <a16:creationId xmlns:a16="http://schemas.microsoft.com/office/drawing/2014/main" id="{41C116B9-D86F-4976-1D37-A482E362FC4D}"/>
              </a:ext>
            </a:extLst>
          </p:cNvPr>
          <p:cNvSpPr>
            <a:spLocks noGrp="1"/>
          </p:cNvSpPr>
          <p:nvPr>
            <p:ph type="body" sz="quarter" idx="39" hasCustomPrompt="1"/>
          </p:nvPr>
        </p:nvSpPr>
        <p:spPr>
          <a:xfrm>
            <a:off x="1747776" y="5314339"/>
            <a:ext cx="585930" cy="349526"/>
          </a:xfrm>
          <a:prstGeom prst="rect">
            <a:avLst/>
          </a:prstGeom>
        </p:spPr>
        <p:txBody>
          <a:bodyPr/>
          <a:lstStyle>
            <a:lvl1pPr algn="ctr">
              <a:buFontTx/>
              <a:buNone/>
              <a:defRPr sz="1800" b="1" kern="0" spc="100" baseline="0">
                <a:solidFill>
                  <a:schemeClr val="bg1"/>
                </a:solidFill>
                <a:latin typeface="微软雅黑" panose="020B0503020204020204" pitchFamily="34" charset="-122"/>
                <a:ea typeface="微软雅黑" panose="020B0503020204020204" pitchFamily="34" charset="-122"/>
              </a:defRPr>
            </a:lvl1pPr>
            <a:lvl2pPr>
              <a:defRPr sz="1600"/>
            </a:lvl2pPr>
            <a:lvl3pPr>
              <a:defRPr sz="1400"/>
            </a:lvl3pPr>
            <a:lvl4pPr>
              <a:defRPr sz="1200"/>
            </a:lvl4pPr>
            <a:lvl5pPr>
              <a:defRPr sz="1200"/>
            </a:lvl5pPr>
          </a:lstStyle>
          <a:p>
            <a:pPr lvl="0"/>
            <a:r>
              <a:rPr kumimoji="1" lang="en-US" altLang="zh-CN" dirty="0"/>
              <a:t>06</a:t>
            </a:r>
            <a:endParaRPr kumimoji="1" lang="zh-CN" altLang="en-US" dirty="0"/>
          </a:p>
        </p:txBody>
      </p:sp>
    </p:spTree>
    <p:extLst>
      <p:ext uri="{BB962C8B-B14F-4D97-AF65-F5344CB8AC3E}">
        <p14:creationId xmlns:p14="http://schemas.microsoft.com/office/powerpoint/2010/main" val="186143191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节标题">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0" name="标题 1">
            <a:extLst>
              <a:ext uri="{FF2B5EF4-FFF2-40B4-BE49-F238E27FC236}">
                <a16:creationId xmlns:a16="http://schemas.microsoft.com/office/drawing/2014/main" id="{7A716975-858A-FF4B-1E4A-AB695BCD1FA8}"/>
              </a:ext>
            </a:extLst>
          </p:cNvPr>
          <p:cNvSpPr>
            <a:spLocks noGrp="1"/>
          </p:cNvSpPr>
          <p:nvPr>
            <p:ph type="title" hasCustomPrompt="1"/>
          </p:nvPr>
        </p:nvSpPr>
        <p:spPr>
          <a:xfrm>
            <a:off x="436414" y="2580965"/>
            <a:ext cx="8545735" cy="1104869"/>
          </a:xfrm>
          <a:prstGeom prst="rect">
            <a:avLst/>
          </a:prstGeom>
        </p:spPr>
        <p:txBody>
          <a:bodyPr anchor="ctr"/>
          <a:lstStyle>
            <a:lvl1pPr algn="l">
              <a:defRPr sz="6600" b="1" i="0" spc="300" baseline="0">
                <a:solidFill>
                  <a:srgbClr val="D02A21"/>
                </a:solidFill>
                <a:latin typeface="微软雅黑" panose="020B0503020204020204" pitchFamily="34" charset="-122"/>
                <a:ea typeface="微软雅黑" panose="020B0503020204020204" pitchFamily="34" charset="-122"/>
              </a:defRPr>
            </a:lvl1pPr>
          </a:lstStyle>
          <a:p>
            <a:r>
              <a:rPr kumimoji="1" lang="zh-CN" altLang="en-US" dirty="0"/>
              <a:t>请输入章节标题</a:t>
            </a:r>
          </a:p>
        </p:txBody>
      </p:sp>
      <p:sp>
        <p:nvSpPr>
          <p:cNvPr id="21" name="文本占位符 20">
            <a:extLst>
              <a:ext uri="{FF2B5EF4-FFF2-40B4-BE49-F238E27FC236}">
                <a16:creationId xmlns:a16="http://schemas.microsoft.com/office/drawing/2014/main" id="{503138E5-2304-C422-AE84-53721E1DB279}"/>
              </a:ext>
            </a:extLst>
          </p:cNvPr>
          <p:cNvSpPr>
            <a:spLocks noGrp="1"/>
          </p:cNvSpPr>
          <p:nvPr>
            <p:ph type="body" sz="quarter" idx="10" hasCustomPrompt="1"/>
          </p:nvPr>
        </p:nvSpPr>
        <p:spPr>
          <a:xfrm>
            <a:off x="436414" y="3980804"/>
            <a:ext cx="5753100" cy="471999"/>
          </a:xfrm>
          <a:prstGeom prst="rect">
            <a:avLst/>
          </a:prstGeom>
        </p:spPr>
        <p:txBody>
          <a:bodyPr/>
          <a:lstStyle>
            <a:lvl1pPr marL="0" indent="0">
              <a:buFontTx/>
              <a:buNone/>
              <a:defRPr>
                <a:solidFill>
                  <a:srgbClr val="686767"/>
                </a:solidFill>
                <a:latin typeface="Microsoft YaHei" panose="020B0503020204020204" pitchFamily="34" charset="-122"/>
                <a:ea typeface="Microsoft YaHei" panose="020B0503020204020204" pitchFamily="34" charset="-122"/>
              </a:defRPr>
            </a:lvl1pPr>
          </a:lstStyle>
          <a:p>
            <a:pPr lvl="0"/>
            <a:r>
              <a:rPr kumimoji="1" lang="zh-CN" altLang="en-US" dirty="0"/>
              <a:t>点击输入章节副标题</a:t>
            </a:r>
          </a:p>
        </p:txBody>
      </p:sp>
      <p:sp>
        <p:nvSpPr>
          <p:cNvPr id="4" name="内容占位符 3"/>
          <p:cNvSpPr>
            <a:spLocks noGrp="1"/>
          </p:cNvSpPr>
          <p:nvPr>
            <p:ph sz="quarter" idx="11" hasCustomPrompt="1"/>
          </p:nvPr>
        </p:nvSpPr>
        <p:spPr>
          <a:xfrm>
            <a:off x="81775" y="1436907"/>
            <a:ext cx="3586430" cy="1379537"/>
          </a:xfrm>
          <a:prstGeom prst="rect">
            <a:avLst/>
          </a:prstGeom>
        </p:spPr>
        <p:txBody>
          <a:bodyPr/>
          <a:lstStyle>
            <a:lvl1pPr marL="0" indent="0" algn="ctr" defTabSz="914400" rtl="0" eaLnBrk="1" latinLnBrk="0" hangingPunct="1">
              <a:lnSpc>
                <a:spcPct val="90000"/>
              </a:lnSpc>
              <a:spcBef>
                <a:spcPct val="0"/>
              </a:spcBef>
              <a:buNone/>
              <a:defRPr kumimoji="1" lang="zh-CN" altLang="en-US" sz="19900" b="1" i="0" kern="1200" spc="0" baseline="0" dirty="0" smtClean="0">
                <a:gradFill flip="none" rotWithShape="1">
                  <a:gsLst>
                    <a:gs pos="100000">
                      <a:srgbClr val="E2C1A1">
                        <a:alpha val="60000"/>
                      </a:srgbClr>
                    </a:gs>
                    <a:gs pos="100000">
                      <a:srgbClr val="90D0ED"/>
                    </a:gs>
                    <a:gs pos="28000">
                      <a:schemeClr val="bg1">
                        <a:alpha val="0"/>
                      </a:schemeClr>
                    </a:gs>
                    <a:gs pos="100000">
                      <a:schemeClr val="accent1">
                        <a:lumMod val="45000"/>
                        <a:lumOff val="55000"/>
                      </a:schemeClr>
                    </a:gs>
                    <a:gs pos="100000">
                      <a:srgbClr val="E2C1A1"/>
                    </a:gs>
                    <a:gs pos="100000">
                      <a:srgbClr val="E2C1A1"/>
                    </a:gs>
                  </a:gsLst>
                  <a:lin ang="16200000" scaled="1"/>
                  <a:tileRect/>
                </a:gradFill>
                <a:latin typeface="微软雅黑" panose="020B0503020204020204" pitchFamily="34" charset="-122"/>
                <a:ea typeface="微软雅黑" panose="020B0503020204020204" pitchFamily="34" charset="-122"/>
                <a:cs typeface="+mj-cs"/>
              </a:defRPr>
            </a:lvl1pPr>
          </a:lstStyle>
          <a:p>
            <a:pPr lvl="0"/>
            <a:r>
              <a:rPr lang="en-US" altLang="zh-CN" dirty="0"/>
              <a:t>01</a:t>
            </a:r>
            <a:endParaRPr lang="zh-CN" altLang="en-US" dirty="0"/>
          </a:p>
        </p:txBody>
      </p:sp>
    </p:spTree>
    <p:extLst>
      <p:ext uri="{BB962C8B-B14F-4D97-AF65-F5344CB8AC3E}">
        <p14:creationId xmlns:p14="http://schemas.microsoft.com/office/powerpoint/2010/main" val="51562387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标题+文字+图表">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F01F956-E1C3-D4D0-8DCF-11C4B6B24B5C}"/>
              </a:ext>
            </a:extLst>
          </p:cNvPr>
          <p:cNvSpPr>
            <a:spLocks noGrp="1"/>
          </p:cNvSpPr>
          <p:nvPr>
            <p:ph type="title" hasCustomPrompt="1"/>
          </p:nvPr>
        </p:nvSpPr>
        <p:spPr>
          <a:xfrm>
            <a:off x="330506" y="343498"/>
            <a:ext cx="11502906" cy="651586"/>
          </a:xfrm>
          <a:prstGeom prst="rect">
            <a:avLst/>
          </a:prstGeom>
        </p:spPr>
        <p:txBody>
          <a:bodyPr/>
          <a:lstStyle>
            <a:lvl1pPr>
              <a:lnSpc>
                <a:spcPct val="100000"/>
              </a:lnSpc>
              <a:defRPr sz="3200" b="1" spc="300">
                <a:solidFill>
                  <a:srgbClr val="D22A22"/>
                </a:solidFill>
                <a:latin typeface="Microsoft YaHei" panose="020B0503020204020204" pitchFamily="34" charset="-122"/>
                <a:ea typeface="Microsoft YaHei" panose="020B0503020204020204" pitchFamily="34" charset="-122"/>
              </a:defRPr>
            </a:lvl1pPr>
          </a:lstStyle>
          <a:p>
            <a:r>
              <a:rPr kumimoji="1" lang="zh-CN" altLang="en-US" dirty="0"/>
              <a:t>请输入内页标题内容</a:t>
            </a:r>
          </a:p>
        </p:txBody>
      </p:sp>
      <p:sp>
        <p:nvSpPr>
          <p:cNvPr id="3" name="矩形 2">
            <a:extLst>
              <a:ext uri="{FF2B5EF4-FFF2-40B4-BE49-F238E27FC236}">
                <a16:creationId xmlns:a16="http://schemas.microsoft.com/office/drawing/2014/main" id="{21F6A4F8-1FB9-893C-357B-981341615E24}"/>
              </a:ext>
            </a:extLst>
          </p:cNvPr>
          <p:cNvSpPr/>
          <p:nvPr userDrawn="1"/>
        </p:nvSpPr>
        <p:spPr>
          <a:xfrm>
            <a:off x="0" y="413797"/>
            <a:ext cx="147918" cy="510988"/>
          </a:xfrm>
          <a:prstGeom prst="rect">
            <a:avLst/>
          </a:prstGeom>
          <a:solidFill>
            <a:srgbClr val="D22A2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3" name="内容占位符 12"/>
          <p:cNvSpPr>
            <a:spLocks noGrp="1"/>
          </p:cNvSpPr>
          <p:nvPr>
            <p:ph sz="quarter" idx="10"/>
          </p:nvPr>
        </p:nvSpPr>
        <p:spPr>
          <a:xfrm>
            <a:off x="330506" y="995084"/>
            <a:ext cx="11502906" cy="1358152"/>
          </a:xfrm>
          <a:prstGeom prst="rect">
            <a:avLst/>
          </a:prstGeom>
        </p:spPr>
        <p:txBody>
          <a:bodyPr/>
          <a:lstStyle>
            <a:lvl1pPr marL="230400">
              <a:lnSpc>
                <a:spcPct val="130000"/>
              </a:lnSpc>
              <a:spcBef>
                <a:spcPts val="0"/>
              </a:spcBef>
              <a:defRPr sz="1400">
                <a:latin typeface="微软雅黑" panose="020B0503020204020204" pitchFamily="34" charset="-122"/>
                <a:ea typeface="微软雅黑" panose="020B0503020204020204" pitchFamily="34" charset="-122"/>
              </a:defRPr>
            </a:lvl1pPr>
            <a:lvl2pPr marL="230400">
              <a:lnSpc>
                <a:spcPct val="130000"/>
              </a:lnSpc>
              <a:spcBef>
                <a:spcPts val="0"/>
              </a:spcBef>
              <a:defRPr sz="1400">
                <a:latin typeface="微软雅黑" panose="020B0503020204020204" pitchFamily="34" charset="-122"/>
                <a:ea typeface="微软雅黑" panose="020B0503020204020204" pitchFamily="34" charset="-122"/>
              </a:defRPr>
            </a:lvl2pPr>
            <a:lvl3pPr marL="230400">
              <a:lnSpc>
                <a:spcPct val="130000"/>
              </a:lnSpc>
              <a:defRPr sz="1400">
                <a:latin typeface="微软雅黑" panose="020B0503020204020204" pitchFamily="34" charset="-122"/>
                <a:ea typeface="微软雅黑" panose="020B0503020204020204" pitchFamily="34" charset="-122"/>
              </a:defRPr>
            </a:lvl3pPr>
            <a:lvl4pPr marL="680400">
              <a:lnSpc>
                <a:spcPct val="130000"/>
              </a:lnSpc>
              <a:spcBef>
                <a:spcPts val="0"/>
              </a:spcBef>
              <a:defRPr sz="1400">
                <a:latin typeface="微软雅黑" panose="020B0503020204020204" pitchFamily="34" charset="-122"/>
                <a:ea typeface="微软雅黑" panose="020B0503020204020204" pitchFamily="34" charset="-122"/>
              </a:defRPr>
            </a:lvl4pPr>
            <a:lvl5pPr marL="1130400">
              <a:lnSpc>
                <a:spcPct val="130000"/>
              </a:lnSpc>
              <a:spcBef>
                <a:spcPts val="0"/>
              </a:spcBef>
              <a:defRPr sz="1400">
                <a:latin typeface="微软雅黑" panose="020B0503020204020204" pitchFamily="34" charset="-122"/>
                <a:ea typeface="微软雅黑" panose="020B0503020204020204" pitchFamily="34" charset="-122"/>
              </a:defRPr>
            </a:lvl5pPr>
          </a:lstStyle>
          <a:p>
            <a:pPr lvl="0"/>
            <a:r>
              <a:rPr lang="zh-CN" altLang="en-US" dirty="0"/>
              <a:t>单击此处编辑母版文本样式</a:t>
            </a:r>
            <a:endParaRPr lang="en-US" altLang="zh-CN" dirty="0"/>
          </a:p>
          <a:p>
            <a:pPr lvl="3"/>
            <a:r>
              <a:rPr lang="zh-CN" altLang="en-US" dirty="0"/>
              <a:t>二</a:t>
            </a:r>
            <a:endParaRPr lang="en-US" altLang="zh-CN" dirty="0"/>
          </a:p>
          <a:p>
            <a:pPr lvl="4"/>
            <a:r>
              <a:rPr lang="zh-CN" altLang="en-US" dirty="0"/>
              <a:t>三</a:t>
            </a:r>
            <a:endParaRPr lang="en-US" altLang="zh-CN" dirty="0"/>
          </a:p>
          <a:p>
            <a:pPr lvl="2"/>
            <a:endParaRPr lang="zh-CN" altLang="en-US" dirty="0"/>
          </a:p>
        </p:txBody>
      </p:sp>
      <p:sp>
        <p:nvSpPr>
          <p:cNvPr id="15" name="文本占位符 14"/>
          <p:cNvSpPr>
            <a:spLocks noGrp="1"/>
          </p:cNvSpPr>
          <p:nvPr>
            <p:ph type="body" sz="quarter" idx="11" hasCustomPrompt="1"/>
          </p:nvPr>
        </p:nvSpPr>
        <p:spPr>
          <a:xfrm>
            <a:off x="1828801" y="3408165"/>
            <a:ext cx="3106270" cy="269221"/>
          </a:xfrm>
          <a:prstGeom prst="rect">
            <a:avLst/>
          </a:prstGeom>
        </p:spPr>
        <p:txBody>
          <a:bodyPr anchor="ctr" anchorCtr="0"/>
          <a:lstStyle>
            <a:lvl1pPr marL="0" indent="0" algn="ctr">
              <a:spcBef>
                <a:spcPts val="0"/>
              </a:spcBef>
              <a:buNone/>
              <a:defRPr sz="1400" b="1">
                <a:latin typeface="微软雅黑" panose="020B0503020204020204" pitchFamily="34" charset="-122"/>
                <a:ea typeface="微软雅黑" panose="020B0503020204020204" pitchFamily="34" charset="-122"/>
              </a:defRPr>
            </a:lvl1pPr>
          </a:lstStyle>
          <a:p>
            <a:pPr lvl="0"/>
            <a:r>
              <a:rPr lang="zh-CN" altLang="en-US" dirty="0"/>
              <a:t>图表标题</a:t>
            </a:r>
            <a:r>
              <a:rPr lang="en-US" altLang="zh-CN" dirty="0"/>
              <a:t>1</a:t>
            </a:r>
            <a:endParaRPr lang="zh-CN" altLang="en-US" dirty="0"/>
          </a:p>
        </p:txBody>
      </p:sp>
      <p:sp>
        <p:nvSpPr>
          <p:cNvPr id="16" name="文本占位符 14"/>
          <p:cNvSpPr>
            <a:spLocks noGrp="1"/>
          </p:cNvSpPr>
          <p:nvPr>
            <p:ph type="body" sz="quarter" idx="12" hasCustomPrompt="1"/>
          </p:nvPr>
        </p:nvSpPr>
        <p:spPr>
          <a:xfrm>
            <a:off x="7207623" y="3408164"/>
            <a:ext cx="3106270" cy="269221"/>
          </a:xfrm>
          <a:prstGeom prst="rect">
            <a:avLst/>
          </a:prstGeom>
        </p:spPr>
        <p:txBody>
          <a:bodyPr anchor="ctr" anchorCtr="0"/>
          <a:lstStyle>
            <a:lvl1pPr marL="0" indent="0" algn="ctr">
              <a:spcBef>
                <a:spcPts val="0"/>
              </a:spcBef>
              <a:buNone/>
              <a:defRPr sz="1400" b="1">
                <a:latin typeface="微软雅黑" panose="020B0503020204020204" pitchFamily="34" charset="-122"/>
                <a:ea typeface="微软雅黑" panose="020B0503020204020204" pitchFamily="34" charset="-122"/>
              </a:defRPr>
            </a:lvl1pPr>
          </a:lstStyle>
          <a:p>
            <a:pPr lvl="0"/>
            <a:r>
              <a:rPr lang="zh-CN" altLang="en-US" dirty="0"/>
              <a:t>图表标题</a:t>
            </a:r>
            <a:r>
              <a:rPr lang="en-US" altLang="zh-CN" dirty="0"/>
              <a:t>2</a:t>
            </a:r>
            <a:endParaRPr lang="zh-CN" altLang="en-US" dirty="0"/>
          </a:p>
        </p:txBody>
      </p:sp>
    </p:spTree>
    <p:extLst>
      <p:ext uri="{BB962C8B-B14F-4D97-AF65-F5344CB8AC3E}">
        <p14:creationId xmlns:p14="http://schemas.microsoft.com/office/powerpoint/2010/main" val="235928534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标题+文字内容">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F01F956-E1C3-D4D0-8DCF-11C4B6B24B5C}"/>
              </a:ext>
            </a:extLst>
          </p:cNvPr>
          <p:cNvSpPr>
            <a:spLocks noGrp="1"/>
          </p:cNvSpPr>
          <p:nvPr>
            <p:ph type="title" hasCustomPrompt="1"/>
          </p:nvPr>
        </p:nvSpPr>
        <p:spPr>
          <a:xfrm>
            <a:off x="330506" y="343498"/>
            <a:ext cx="10149349" cy="651586"/>
          </a:xfrm>
          <a:prstGeom prst="rect">
            <a:avLst/>
          </a:prstGeom>
        </p:spPr>
        <p:txBody>
          <a:bodyPr/>
          <a:lstStyle>
            <a:lvl1pPr>
              <a:lnSpc>
                <a:spcPct val="100000"/>
              </a:lnSpc>
              <a:defRPr sz="3200" b="1" spc="300">
                <a:solidFill>
                  <a:srgbClr val="D22A22"/>
                </a:solidFill>
                <a:latin typeface="Microsoft YaHei" panose="020B0503020204020204" pitchFamily="34" charset="-122"/>
                <a:ea typeface="Microsoft YaHei" panose="020B0503020204020204" pitchFamily="34" charset="-122"/>
              </a:defRPr>
            </a:lvl1pPr>
          </a:lstStyle>
          <a:p>
            <a:r>
              <a:rPr kumimoji="1" lang="zh-CN" altLang="en-US" dirty="0"/>
              <a:t>请输入内页标题内容</a:t>
            </a:r>
          </a:p>
        </p:txBody>
      </p:sp>
      <p:sp>
        <p:nvSpPr>
          <p:cNvPr id="3" name="矩形 2">
            <a:extLst>
              <a:ext uri="{FF2B5EF4-FFF2-40B4-BE49-F238E27FC236}">
                <a16:creationId xmlns:a16="http://schemas.microsoft.com/office/drawing/2014/main" id="{21F6A4F8-1FB9-893C-357B-981341615E24}"/>
              </a:ext>
            </a:extLst>
          </p:cNvPr>
          <p:cNvSpPr/>
          <p:nvPr userDrawn="1"/>
        </p:nvSpPr>
        <p:spPr>
          <a:xfrm>
            <a:off x="0" y="413797"/>
            <a:ext cx="147918" cy="510988"/>
          </a:xfrm>
          <a:prstGeom prst="rect">
            <a:avLst/>
          </a:prstGeom>
          <a:solidFill>
            <a:srgbClr val="D22A2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6" name="内容占位符 5"/>
          <p:cNvSpPr>
            <a:spLocks noGrp="1"/>
          </p:cNvSpPr>
          <p:nvPr>
            <p:ph sz="quarter" idx="10" hasCustomPrompt="1"/>
          </p:nvPr>
        </p:nvSpPr>
        <p:spPr>
          <a:xfrm>
            <a:off x="619125" y="1514475"/>
            <a:ext cx="10963275" cy="2336800"/>
          </a:xfrm>
          <a:prstGeom prst="rect">
            <a:avLst/>
          </a:prstGeom>
        </p:spPr>
        <p:txBody>
          <a:bodyPr/>
          <a:lstStyle>
            <a:lvl1pPr marL="0" marR="0" indent="0" algn="l" defTabSz="914400" rtl="0" eaLnBrk="1" fontAlgn="auto" latinLnBrk="0" hangingPunct="1">
              <a:lnSpc>
                <a:spcPct val="110000"/>
              </a:lnSpc>
              <a:spcBef>
                <a:spcPts val="0"/>
              </a:spcBef>
              <a:spcAft>
                <a:spcPts val="0"/>
              </a:spcAft>
              <a:buClrTx/>
              <a:buSzTx/>
              <a:buFont typeface="Arial" panose="020B0604020202020204" pitchFamily="34" charset="0"/>
              <a:buNone/>
              <a:defRPr kumimoji="1" lang="zh-CN" altLang="en-US" sz="1400" b="0" kern="1200">
                <a:solidFill>
                  <a:schemeClr val="bg2">
                    <a:lumMod val="25000"/>
                  </a:schemeClr>
                </a:solidFill>
                <a:latin typeface="微软雅黑" panose="020B0503020204020204" pitchFamily="34" charset="-122"/>
                <a:ea typeface="微软雅黑" panose="020B0503020204020204" pitchFamily="34" charset="-122"/>
                <a:cs typeface="+mn-cs"/>
              </a:defRPr>
            </a:lvl1pPr>
          </a:lstStyle>
          <a:p>
            <a:pPr marL="285750" marR="0" lvl="0" indent="-285750" algn="l" defTabSz="914400" rtl="0" eaLnBrk="1" fontAlgn="auto" latinLnBrk="0" hangingPunct="1">
              <a:lnSpc>
                <a:spcPct val="110000"/>
              </a:lnSpc>
              <a:spcBef>
                <a:spcPts val="0"/>
              </a:spcBef>
              <a:spcAft>
                <a:spcPts val="0"/>
              </a:spcAft>
              <a:buClrTx/>
              <a:buSzTx/>
              <a:buFont typeface="Arial" panose="020B0604020202020204" pitchFamily="34" charset="0"/>
              <a:buChar char="•"/>
              <a:defRPr/>
            </a:pPr>
            <a:r>
              <a:rPr lang="zh-CN" altLang="en-US" dirty="0"/>
              <a:t>点击输入内文点击输入内文点击输入内文点击输入内文点击输入内文点击输入内文点击输入内文点击输入内文点击输入内文点击输入内文点击输入内文点击输入内文点击输入内文点击输入内文点击输入内文点击输入内文点击输入内文点击输入内文点击输入内文点击输入内文点击输入内文点击输入内文点击输入内文</a:t>
            </a:r>
            <a:endParaRPr kumimoji="1" lang="en-US" altLang="zh-CN" sz="1400" b="0" kern="1200" dirty="0">
              <a:solidFill>
                <a:schemeClr val="bg2">
                  <a:lumMod val="25000"/>
                </a:schemeClr>
              </a:solidFill>
              <a:latin typeface="微软雅黑" panose="020B0503020204020204" pitchFamily="34" charset="-122"/>
              <a:ea typeface="微软雅黑" panose="020B0503020204020204" pitchFamily="34" charset="-122"/>
              <a:cs typeface="+mn-cs"/>
            </a:endParaRPr>
          </a:p>
          <a:p>
            <a:pPr marL="285750" marR="0" lvl="0" indent="-285750" algn="l" defTabSz="914400" rtl="0" eaLnBrk="1" fontAlgn="auto" latinLnBrk="0" hangingPunct="1">
              <a:lnSpc>
                <a:spcPct val="110000"/>
              </a:lnSpc>
              <a:spcBef>
                <a:spcPts val="0"/>
              </a:spcBef>
              <a:spcAft>
                <a:spcPts val="0"/>
              </a:spcAft>
              <a:buClrTx/>
              <a:buSzTx/>
              <a:buFont typeface="Arial" panose="020B0604020202020204" pitchFamily="34" charset="0"/>
              <a:buChar char="•"/>
              <a:defRPr/>
            </a:pPr>
            <a:endParaRPr kumimoji="1" lang="en-US" altLang="zh-CN" sz="1400" b="0" kern="1200" dirty="0">
              <a:solidFill>
                <a:schemeClr val="bg2">
                  <a:lumMod val="25000"/>
                </a:schemeClr>
              </a:solidFill>
              <a:latin typeface="微软雅黑" panose="020B0503020204020204" pitchFamily="34" charset="-122"/>
              <a:ea typeface="微软雅黑" panose="020B0503020204020204" pitchFamily="34" charset="-122"/>
              <a:cs typeface="+mn-cs"/>
            </a:endParaRPr>
          </a:p>
          <a:p>
            <a:pPr marL="285750" marR="0" lvl="0" indent="-285750" algn="l" defTabSz="914400" rtl="0" eaLnBrk="1" fontAlgn="auto" latinLnBrk="0" hangingPunct="1">
              <a:lnSpc>
                <a:spcPct val="110000"/>
              </a:lnSpc>
              <a:spcBef>
                <a:spcPts val="0"/>
              </a:spcBef>
              <a:spcAft>
                <a:spcPts val="0"/>
              </a:spcAft>
              <a:buClrTx/>
              <a:buSzTx/>
              <a:buFont typeface="Arial" panose="020B0604020202020204" pitchFamily="34" charset="0"/>
              <a:buChar char="•"/>
              <a:defRPr/>
            </a:pPr>
            <a:r>
              <a:rPr lang="zh-CN" altLang="en-US" dirty="0"/>
              <a:t>点击输入内文点击输入内文点击输入内文点击输入内文点击输入内文点击输入内文点击输入内文点击输入内文点击输入内文点击输入内文点击输入内文点击输入内文点击输入内文点击输入内文点击输入内文点击输入内文点击输入内文点击输入内文点击输入内文点击输入内文点击输入内文点击输入内文点击输入内文</a:t>
            </a:r>
          </a:p>
          <a:p>
            <a:pPr marL="285750" marR="0" lvl="0" indent="-285750" algn="l" defTabSz="914400" rtl="0" eaLnBrk="1" fontAlgn="auto" latinLnBrk="0" hangingPunct="1">
              <a:lnSpc>
                <a:spcPct val="110000"/>
              </a:lnSpc>
              <a:spcBef>
                <a:spcPts val="0"/>
              </a:spcBef>
              <a:spcAft>
                <a:spcPts val="0"/>
              </a:spcAft>
              <a:buClrTx/>
              <a:buSzTx/>
              <a:buFont typeface="Arial" panose="020B0604020202020204" pitchFamily="34" charset="0"/>
              <a:buChar char="•"/>
              <a:defRPr/>
            </a:pPr>
            <a:endParaRPr lang="zh-CN" altLang="en-US" dirty="0"/>
          </a:p>
        </p:txBody>
      </p:sp>
    </p:spTree>
    <p:extLst>
      <p:ext uri="{BB962C8B-B14F-4D97-AF65-F5344CB8AC3E}">
        <p14:creationId xmlns:p14="http://schemas.microsoft.com/office/powerpoint/2010/main" val="63162968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标题+文字/表格">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F01F956-E1C3-D4D0-8DCF-11C4B6B24B5C}"/>
              </a:ext>
            </a:extLst>
          </p:cNvPr>
          <p:cNvSpPr>
            <a:spLocks noGrp="1"/>
          </p:cNvSpPr>
          <p:nvPr>
            <p:ph type="title" hasCustomPrompt="1"/>
          </p:nvPr>
        </p:nvSpPr>
        <p:spPr>
          <a:xfrm>
            <a:off x="330506" y="343498"/>
            <a:ext cx="10149349" cy="651586"/>
          </a:xfrm>
          <a:prstGeom prst="rect">
            <a:avLst/>
          </a:prstGeom>
        </p:spPr>
        <p:txBody>
          <a:bodyPr/>
          <a:lstStyle>
            <a:lvl1pPr>
              <a:lnSpc>
                <a:spcPct val="100000"/>
              </a:lnSpc>
              <a:defRPr sz="3200" b="1" spc="300">
                <a:solidFill>
                  <a:srgbClr val="D22A22"/>
                </a:solidFill>
                <a:latin typeface="Microsoft YaHei" panose="020B0503020204020204" pitchFamily="34" charset="-122"/>
                <a:ea typeface="Microsoft YaHei" panose="020B0503020204020204" pitchFamily="34" charset="-122"/>
              </a:defRPr>
            </a:lvl1pPr>
          </a:lstStyle>
          <a:p>
            <a:r>
              <a:rPr kumimoji="1" lang="zh-CN" altLang="en-US" dirty="0"/>
              <a:t>请输入内页标题内容</a:t>
            </a:r>
          </a:p>
        </p:txBody>
      </p:sp>
      <p:sp>
        <p:nvSpPr>
          <p:cNvPr id="3" name="矩形 2">
            <a:extLst>
              <a:ext uri="{FF2B5EF4-FFF2-40B4-BE49-F238E27FC236}">
                <a16:creationId xmlns:a16="http://schemas.microsoft.com/office/drawing/2014/main" id="{21F6A4F8-1FB9-893C-357B-981341615E24}"/>
              </a:ext>
            </a:extLst>
          </p:cNvPr>
          <p:cNvSpPr/>
          <p:nvPr userDrawn="1"/>
        </p:nvSpPr>
        <p:spPr>
          <a:xfrm>
            <a:off x="0" y="413797"/>
            <a:ext cx="147918" cy="510988"/>
          </a:xfrm>
          <a:prstGeom prst="rect">
            <a:avLst/>
          </a:prstGeom>
          <a:solidFill>
            <a:srgbClr val="D22A2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4" name="表格占位符 3">
            <a:extLst>
              <a:ext uri="{FF2B5EF4-FFF2-40B4-BE49-F238E27FC236}">
                <a16:creationId xmlns:a16="http://schemas.microsoft.com/office/drawing/2014/main" id="{0B0BF7E4-7456-B396-86D2-E68442A04306}"/>
              </a:ext>
            </a:extLst>
          </p:cNvPr>
          <p:cNvSpPr>
            <a:spLocks noGrp="1"/>
          </p:cNvSpPr>
          <p:nvPr>
            <p:ph type="tbl" sz="quarter" idx="13"/>
          </p:nvPr>
        </p:nvSpPr>
        <p:spPr>
          <a:xfrm>
            <a:off x="405944" y="2425649"/>
            <a:ext cx="11310775" cy="3085312"/>
          </a:xfrm>
          <a:prstGeom prst="rect">
            <a:avLst/>
          </a:prstGeom>
        </p:spPr>
        <p:txBody>
          <a:bodyPr/>
          <a:lstStyle/>
          <a:p>
            <a:endParaRPr kumimoji="1" lang="zh-CN" altLang="en-US" dirty="0"/>
          </a:p>
        </p:txBody>
      </p:sp>
      <p:sp>
        <p:nvSpPr>
          <p:cNvPr id="5" name="内容占位符 2">
            <a:extLst>
              <a:ext uri="{FF2B5EF4-FFF2-40B4-BE49-F238E27FC236}">
                <a16:creationId xmlns:a16="http://schemas.microsoft.com/office/drawing/2014/main" id="{33C056C2-9772-5513-88B7-52F06FD2CD22}"/>
              </a:ext>
            </a:extLst>
          </p:cNvPr>
          <p:cNvSpPr>
            <a:spLocks noGrp="1"/>
          </p:cNvSpPr>
          <p:nvPr>
            <p:ph sz="half" idx="1" hasCustomPrompt="1"/>
          </p:nvPr>
        </p:nvSpPr>
        <p:spPr>
          <a:xfrm>
            <a:off x="405944" y="1498676"/>
            <a:ext cx="11310775" cy="751963"/>
          </a:xfrm>
          <a:prstGeom prst="rect">
            <a:avLst/>
          </a:prstGeom>
        </p:spPr>
        <p:txBody>
          <a:bodyPr anchor="ctr"/>
          <a:lstStyle>
            <a:lvl1pPr marL="285750" marR="0" indent="-285750" algn="l" defTabSz="914400" rtl="0" eaLnBrk="1" fontAlgn="auto" latinLnBrk="0" hangingPunct="1">
              <a:lnSpc>
                <a:spcPct val="160000"/>
              </a:lnSpc>
              <a:spcBef>
                <a:spcPts val="0"/>
              </a:spcBef>
              <a:spcAft>
                <a:spcPts val="0"/>
              </a:spcAft>
              <a:buClrTx/>
              <a:buSzTx/>
              <a:buFont typeface="Arial" panose="020B0604020202020204" pitchFamily="34" charset="0"/>
              <a:buChar char="•"/>
              <a:defRPr sz="1400" b="0">
                <a:solidFill>
                  <a:schemeClr val="bg2">
                    <a:lumMod val="25000"/>
                  </a:schemeClr>
                </a:solidFill>
                <a:latin typeface="微软雅黑" panose="020B0503020204020204" pitchFamily="34" charset="-122"/>
                <a:ea typeface="微软雅黑" panose="020B0503020204020204" pitchFamily="34" charset="-122"/>
              </a:defRPr>
            </a:lvl1pPr>
          </a:lstStyle>
          <a:p>
            <a:pPr marL="285750" marR="0" lvl="0" indent="-285750" algn="l" defTabSz="914400" rtl="0" eaLnBrk="1" fontAlgn="auto" latinLnBrk="0" hangingPunct="1">
              <a:lnSpc>
                <a:spcPct val="110000"/>
              </a:lnSpc>
              <a:spcBef>
                <a:spcPts val="0"/>
              </a:spcBef>
              <a:spcAft>
                <a:spcPts val="0"/>
              </a:spcAft>
              <a:buClrTx/>
              <a:buSzTx/>
              <a:defRPr/>
            </a:pPr>
            <a:r>
              <a:rPr kumimoji="1" lang="zh-CN" altLang="en-US" dirty="0"/>
              <a:t>点击输入内文点击输入内文点击输入内文点击输入内文点击输入内文点击输入内文点击输入内文点击输入内文</a:t>
            </a:r>
            <a:endParaRPr kumimoji="1" lang="en-US" altLang="zh-CN" dirty="0"/>
          </a:p>
          <a:p>
            <a:pPr marL="285750" marR="0" lvl="0" indent="-285750" algn="l" defTabSz="914400" rtl="0" eaLnBrk="1" fontAlgn="auto" latinLnBrk="0" hangingPunct="1">
              <a:lnSpc>
                <a:spcPct val="110000"/>
              </a:lnSpc>
              <a:spcBef>
                <a:spcPts val="0"/>
              </a:spcBef>
              <a:spcAft>
                <a:spcPts val="0"/>
              </a:spcAft>
              <a:buClrTx/>
              <a:buSzTx/>
              <a:defRPr/>
            </a:pPr>
            <a:r>
              <a:rPr kumimoji="1" lang="zh-CN" altLang="en-US" dirty="0"/>
              <a:t>点击输入内文点击输入内文点击输入内文点击输入内文点击输入内文点击输入内文点击输入内文点击输入内文</a:t>
            </a:r>
          </a:p>
        </p:txBody>
      </p:sp>
    </p:spTree>
    <p:extLst>
      <p:ext uri="{BB962C8B-B14F-4D97-AF65-F5344CB8AC3E}">
        <p14:creationId xmlns:p14="http://schemas.microsoft.com/office/powerpoint/2010/main" val="285704808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标题+文字/图表">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F01F956-E1C3-D4D0-8DCF-11C4B6B24B5C}"/>
              </a:ext>
            </a:extLst>
          </p:cNvPr>
          <p:cNvSpPr>
            <a:spLocks noGrp="1"/>
          </p:cNvSpPr>
          <p:nvPr>
            <p:ph type="title" hasCustomPrompt="1"/>
          </p:nvPr>
        </p:nvSpPr>
        <p:spPr>
          <a:xfrm>
            <a:off x="330506" y="343498"/>
            <a:ext cx="10149349" cy="651586"/>
          </a:xfrm>
          <a:prstGeom prst="rect">
            <a:avLst/>
          </a:prstGeom>
        </p:spPr>
        <p:txBody>
          <a:bodyPr/>
          <a:lstStyle>
            <a:lvl1pPr>
              <a:lnSpc>
                <a:spcPct val="100000"/>
              </a:lnSpc>
              <a:defRPr sz="3200" b="1" spc="300">
                <a:solidFill>
                  <a:srgbClr val="D22A22"/>
                </a:solidFill>
                <a:latin typeface="Microsoft YaHei" panose="020B0503020204020204" pitchFamily="34" charset="-122"/>
                <a:ea typeface="Microsoft YaHei" panose="020B0503020204020204" pitchFamily="34" charset="-122"/>
              </a:defRPr>
            </a:lvl1pPr>
          </a:lstStyle>
          <a:p>
            <a:r>
              <a:rPr kumimoji="1" lang="zh-CN" altLang="en-US" dirty="0"/>
              <a:t>请输入内页标题内容</a:t>
            </a:r>
          </a:p>
        </p:txBody>
      </p:sp>
      <p:sp>
        <p:nvSpPr>
          <p:cNvPr id="3" name="矩形 2">
            <a:extLst>
              <a:ext uri="{FF2B5EF4-FFF2-40B4-BE49-F238E27FC236}">
                <a16:creationId xmlns:a16="http://schemas.microsoft.com/office/drawing/2014/main" id="{21F6A4F8-1FB9-893C-357B-981341615E24}"/>
              </a:ext>
            </a:extLst>
          </p:cNvPr>
          <p:cNvSpPr/>
          <p:nvPr userDrawn="1"/>
        </p:nvSpPr>
        <p:spPr>
          <a:xfrm>
            <a:off x="0" y="413797"/>
            <a:ext cx="147918" cy="510988"/>
          </a:xfrm>
          <a:prstGeom prst="rect">
            <a:avLst/>
          </a:prstGeom>
          <a:solidFill>
            <a:srgbClr val="D22A2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4" name="图片占位符 3">
            <a:extLst>
              <a:ext uri="{FF2B5EF4-FFF2-40B4-BE49-F238E27FC236}">
                <a16:creationId xmlns:a16="http://schemas.microsoft.com/office/drawing/2014/main" id="{7F8B03F8-8AE7-DE35-F58A-9229932AB383}"/>
              </a:ext>
            </a:extLst>
          </p:cNvPr>
          <p:cNvSpPr>
            <a:spLocks noGrp="1"/>
          </p:cNvSpPr>
          <p:nvPr>
            <p:ph type="pic" sz="quarter" idx="13"/>
          </p:nvPr>
        </p:nvSpPr>
        <p:spPr>
          <a:xfrm>
            <a:off x="5964823" y="1909744"/>
            <a:ext cx="5661119" cy="3379914"/>
          </a:xfrm>
          <a:prstGeom prst="rect">
            <a:avLst/>
          </a:prstGeom>
        </p:spPr>
        <p:txBody>
          <a:bodyPr/>
          <a:lstStyle/>
          <a:p>
            <a:endParaRPr kumimoji="1" lang="zh-CN" altLang="en-US"/>
          </a:p>
        </p:txBody>
      </p:sp>
      <p:sp>
        <p:nvSpPr>
          <p:cNvPr id="5" name="内容占位符 2">
            <a:extLst>
              <a:ext uri="{FF2B5EF4-FFF2-40B4-BE49-F238E27FC236}">
                <a16:creationId xmlns:a16="http://schemas.microsoft.com/office/drawing/2014/main" id="{0D5C2A73-A727-6816-0D30-698B8F78A6CD}"/>
              </a:ext>
            </a:extLst>
          </p:cNvPr>
          <p:cNvSpPr>
            <a:spLocks noGrp="1"/>
          </p:cNvSpPr>
          <p:nvPr>
            <p:ph sz="half" idx="10" hasCustomPrompt="1"/>
          </p:nvPr>
        </p:nvSpPr>
        <p:spPr>
          <a:xfrm>
            <a:off x="507000" y="1909744"/>
            <a:ext cx="5256986" cy="3379914"/>
          </a:xfrm>
          <a:prstGeom prst="rect">
            <a:avLst/>
          </a:prstGeom>
        </p:spPr>
        <p:txBody>
          <a:bodyPr/>
          <a:lstStyle>
            <a:lvl1pPr marL="285750" marR="0" indent="-285750" algn="l" defTabSz="914400" rtl="0" eaLnBrk="1" fontAlgn="auto" latinLnBrk="0" hangingPunct="1">
              <a:lnSpc>
                <a:spcPct val="120000"/>
              </a:lnSpc>
              <a:spcBef>
                <a:spcPts val="0"/>
              </a:spcBef>
              <a:spcAft>
                <a:spcPts val="0"/>
              </a:spcAft>
              <a:buClrTx/>
              <a:buSzTx/>
              <a:buFont typeface="Arial" panose="020B0604020202020204" pitchFamily="34" charset="0"/>
              <a:buChar char="•"/>
              <a:defRPr sz="1400" b="0" baseline="0">
                <a:solidFill>
                  <a:schemeClr val="bg2">
                    <a:lumMod val="25000"/>
                  </a:schemeClr>
                </a:solidFill>
                <a:latin typeface="微软雅黑" panose="020B0503020204020204" pitchFamily="34" charset="-122"/>
                <a:ea typeface="微软雅黑" panose="020B0503020204020204" pitchFamily="34" charset="-122"/>
              </a:defRPr>
            </a:lvl1pPr>
          </a:lstStyle>
          <a:p>
            <a:pPr marL="0" marR="0" lvl="0" indent="0" algn="l" defTabSz="914400" rtl="0" eaLnBrk="1" fontAlgn="auto" latinLnBrk="0" hangingPunct="1">
              <a:lnSpc>
                <a:spcPct val="110000"/>
              </a:lnSpc>
              <a:spcBef>
                <a:spcPts val="0"/>
              </a:spcBef>
              <a:spcAft>
                <a:spcPts val="0"/>
              </a:spcAft>
              <a:buClrTx/>
              <a:buSzTx/>
              <a:defRPr/>
            </a:pPr>
            <a:r>
              <a:rPr kumimoji="1" lang="zh-CN" altLang="en-US" dirty="0"/>
              <a:t>点击输入内文点击输入内文点击输入内文点击输入内文点击输入内文点击输入内文点击输入内文点击输入内文点击输入内文点击输入内文点击输入内文点击输入内文点击输入内文点击输入内文点击输入内文点击输入内文点击输入内文点击输入内文点击输入内文点击输入内文点击输入内文点击输入内文点击输入内文点击输入内文点击输入内文点击输入</a:t>
            </a:r>
          </a:p>
          <a:p>
            <a:pPr marL="0" marR="0" lvl="0" indent="0" algn="l" defTabSz="914400" rtl="0" eaLnBrk="1" fontAlgn="auto" latinLnBrk="0" hangingPunct="1">
              <a:lnSpc>
                <a:spcPct val="110000"/>
              </a:lnSpc>
              <a:spcBef>
                <a:spcPts val="0"/>
              </a:spcBef>
              <a:spcAft>
                <a:spcPts val="0"/>
              </a:spcAft>
              <a:buClrTx/>
              <a:buSzTx/>
              <a:defRPr/>
            </a:pPr>
            <a:endParaRPr kumimoji="1" lang="zh-CN" altLang="en-US" dirty="0"/>
          </a:p>
          <a:p>
            <a:pPr lvl="0"/>
            <a:endParaRPr kumimoji="1" lang="zh-CN" altLang="en-US" dirty="0"/>
          </a:p>
        </p:txBody>
      </p:sp>
    </p:spTree>
    <p:extLst>
      <p:ext uri="{BB962C8B-B14F-4D97-AF65-F5344CB8AC3E}">
        <p14:creationId xmlns:p14="http://schemas.microsoft.com/office/powerpoint/2010/main" val="256231210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标题+图片">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F01F956-E1C3-D4D0-8DCF-11C4B6B24B5C}"/>
              </a:ext>
            </a:extLst>
          </p:cNvPr>
          <p:cNvSpPr>
            <a:spLocks noGrp="1"/>
          </p:cNvSpPr>
          <p:nvPr>
            <p:ph type="title" hasCustomPrompt="1"/>
          </p:nvPr>
        </p:nvSpPr>
        <p:spPr>
          <a:xfrm>
            <a:off x="330506" y="343498"/>
            <a:ext cx="10149349" cy="651586"/>
          </a:xfrm>
          <a:prstGeom prst="rect">
            <a:avLst/>
          </a:prstGeom>
        </p:spPr>
        <p:txBody>
          <a:bodyPr/>
          <a:lstStyle>
            <a:lvl1pPr>
              <a:lnSpc>
                <a:spcPct val="100000"/>
              </a:lnSpc>
              <a:defRPr sz="3200" b="1" spc="300">
                <a:solidFill>
                  <a:srgbClr val="D22A22"/>
                </a:solidFill>
                <a:latin typeface="Microsoft YaHei" panose="020B0503020204020204" pitchFamily="34" charset="-122"/>
                <a:ea typeface="Microsoft YaHei" panose="020B0503020204020204" pitchFamily="34" charset="-122"/>
              </a:defRPr>
            </a:lvl1pPr>
          </a:lstStyle>
          <a:p>
            <a:r>
              <a:rPr kumimoji="1" lang="zh-CN" altLang="en-US" dirty="0"/>
              <a:t>请输入内页标题内容</a:t>
            </a:r>
          </a:p>
        </p:txBody>
      </p:sp>
      <p:sp>
        <p:nvSpPr>
          <p:cNvPr id="3" name="矩形 2">
            <a:extLst>
              <a:ext uri="{FF2B5EF4-FFF2-40B4-BE49-F238E27FC236}">
                <a16:creationId xmlns:a16="http://schemas.microsoft.com/office/drawing/2014/main" id="{21F6A4F8-1FB9-893C-357B-981341615E24}"/>
              </a:ext>
            </a:extLst>
          </p:cNvPr>
          <p:cNvSpPr/>
          <p:nvPr userDrawn="1"/>
        </p:nvSpPr>
        <p:spPr>
          <a:xfrm>
            <a:off x="0" y="413797"/>
            <a:ext cx="147918" cy="510988"/>
          </a:xfrm>
          <a:prstGeom prst="rect">
            <a:avLst/>
          </a:prstGeom>
          <a:solidFill>
            <a:srgbClr val="D22A2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4" name="图片占位符 3">
            <a:extLst>
              <a:ext uri="{FF2B5EF4-FFF2-40B4-BE49-F238E27FC236}">
                <a16:creationId xmlns:a16="http://schemas.microsoft.com/office/drawing/2014/main" id="{7F8B03F8-8AE7-DE35-F58A-9229932AB383}"/>
              </a:ext>
            </a:extLst>
          </p:cNvPr>
          <p:cNvSpPr>
            <a:spLocks noGrp="1"/>
          </p:cNvSpPr>
          <p:nvPr>
            <p:ph type="pic" sz="quarter" idx="13"/>
          </p:nvPr>
        </p:nvSpPr>
        <p:spPr>
          <a:xfrm>
            <a:off x="6218823" y="2346624"/>
            <a:ext cx="5661119" cy="3379914"/>
          </a:xfrm>
          <a:prstGeom prst="rect">
            <a:avLst/>
          </a:prstGeom>
        </p:spPr>
        <p:txBody>
          <a:bodyPr/>
          <a:lstStyle/>
          <a:p>
            <a:endParaRPr kumimoji="1" lang="zh-CN" altLang="en-US" dirty="0"/>
          </a:p>
        </p:txBody>
      </p:sp>
      <p:sp>
        <p:nvSpPr>
          <p:cNvPr id="6" name="图片占位符 3">
            <a:extLst>
              <a:ext uri="{FF2B5EF4-FFF2-40B4-BE49-F238E27FC236}">
                <a16:creationId xmlns:a16="http://schemas.microsoft.com/office/drawing/2014/main" id="{7F8B03F8-8AE7-DE35-F58A-9229932AB383}"/>
              </a:ext>
            </a:extLst>
          </p:cNvPr>
          <p:cNvSpPr>
            <a:spLocks noGrp="1"/>
          </p:cNvSpPr>
          <p:nvPr>
            <p:ph type="pic" sz="quarter" idx="14"/>
          </p:nvPr>
        </p:nvSpPr>
        <p:spPr>
          <a:xfrm>
            <a:off x="303704" y="2346624"/>
            <a:ext cx="5661119" cy="3379914"/>
          </a:xfrm>
          <a:prstGeom prst="rect">
            <a:avLst/>
          </a:prstGeom>
        </p:spPr>
        <p:txBody>
          <a:bodyPr/>
          <a:lstStyle/>
          <a:p>
            <a:endParaRPr kumimoji="1" lang="zh-CN" altLang="en-US" dirty="0"/>
          </a:p>
        </p:txBody>
      </p:sp>
      <p:sp>
        <p:nvSpPr>
          <p:cNvPr id="8" name="内容占位符 7"/>
          <p:cNvSpPr>
            <a:spLocks noGrp="1"/>
          </p:cNvSpPr>
          <p:nvPr>
            <p:ph sz="quarter" idx="15" hasCustomPrompt="1"/>
          </p:nvPr>
        </p:nvSpPr>
        <p:spPr>
          <a:xfrm>
            <a:off x="330200" y="1209675"/>
            <a:ext cx="11557000" cy="801688"/>
          </a:xfrm>
          <a:prstGeom prst="rect">
            <a:avLst/>
          </a:prstGeom>
        </p:spPr>
        <p:txBody>
          <a:bodyPr/>
          <a:lstStyle>
            <a:lvl1pPr marL="285750" marR="0" indent="-285750" algn="l" defTabSz="914400" rtl="0" eaLnBrk="1" fontAlgn="auto" latinLnBrk="0" hangingPunct="1">
              <a:lnSpc>
                <a:spcPct val="110000"/>
              </a:lnSpc>
              <a:spcBef>
                <a:spcPts val="0"/>
              </a:spcBef>
              <a:spcAft>
                <a:spcPts val="0"/>
              </a:spcAft>
              <a:buClrTx/>
              <a:buSzTx/>
              <a:defRPr sz="1400">
                <a:latin typeface="微软雅黑" panose="020B0503020204020204" pitchFamily="34" charset="-122"/>
                <a:ea typeface="微软雅黑" panose="020B0503020204020204" pitchFamily="34" charset="-122"/>
              </a:defRPr>
            </a:lvl1pPr>
          </a:lstStyle>
          <a:p>
            <a:pPr marL="285750" marR="0" lvl="0" indent="-285750" algn="l" defTabSz="914400" rtl="0" eaLnBrk="1" fontAlgn="auto" latinLnBrk="0" hangingPunct="1">
              <a:lnSpc>
                <a:spcPct val="110000"/>
              </a:lnSpc>
              <a:spcBef>
                <a:spcPts val="0"/>
              </a:spcBef>
              <a:spcAft>
                <a:spcPts val="0"/>
              </a:spcAft>
              <a:buClrTx/>
              <a:buSzTx/>
              <a:defRPr/>
            </a:pPr>
            <a:r>
              <a:rPr kumimoji="1" lang="zh-CN" altLang="en-US" dirty="0"/>
              <a:t>点击输入内文点击输入内文点击输入内文点击输入内文点击输入内文点击输入内文点击输入内文点击输入内文</a:t>
            </a:r>
            <a:endParaRPr kumimoji="1" lang="en-US" altLang="zh-CN" dirty="0"/>
          </a:p>
          <a:p>
            <a:pPr marL="285750" marR="0" lvl="0" indent="-285750" algn="l" defTabSz="914400" rtl="0" eaLnBrk="1" fontAlgn="auto" latinLnBrk="0" hangingPunct="1">
              <a:lnSpc>
                <a:spcPct val="110000"/>
              </a:lnSpc>
              <a:spcBef>
                <a:spcPts val="0"/>
              </a:spcBef>
              <a:spcAft>
                <a:spcPts val="0"/>
              </a:spcAft>
              <a:buClrTx/>
              <a:buSzTx/>
              <a:defRPr/>
            </a:pPr>
            <a:r>
              <a:rPr kumimoji="1" lang="zh-CN" altLang="en-US" dirty="0"/>
              <a:t>点击输入内文点击输入内文点击输入内文点击输入内文点击输入内文点击输入内文点击输入内文点击输入内文</a:t>
            </a:r>
          </a:p>
        </p:txBody>
      </p:sp>
    </p:spTree>
    <p:extLst>
      <p:ext uri="{BB962C8B-B14F-4D97-AF65-F5344CB8AC3E}">
        <p14:creationId xmlns:p14="http://schemas.microsoft.com/office/powerpoint/2010/main" val="388392770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颜色规范">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F01F956-E1C3-D4D0-8DCF-11C4B6B24B5C}"/>
              </a:ext>
            </a:extLst>
          </p:cNvPr>
          <p:cNvSpPr>
            <a:spLocks noGrp="1"/>
          </p:cNvSpPr>
          <p:nvPr>
            <p:ph type="title" hasCustomPrompt="1"/>
          </p:nvPr>
        </p:nvSpPr>
        <p:spPr>
          <a:xfrm>
            <a:off x="330506" y="343498"/>
            <a:ext cx="10149349" cy="651586"/>
          </a:xfrm>
          <a:prstGeom prst="rect">
            <a:avLst/>
          </a:prstGeom>
        </p:spPr>
        <p:txBody>
          <a:bodyPr/>
          <a:lstStyle>
            <a:lvl1pPr>
              <a:lnSpc>
                <a:spcPct val="100000"/>
              </a:lnSpc>
              <a:defRPr sz="3200" b="1" spc="300">
                <a:solidFill>
                  <a:srgbClr val="D22A22"/>
                </a:solidFill>
                <a:latin typeface="Microsoft YaHei" panose="020B0503020204020204" pitchFamily="34" charset="-122"/>
                <a:ea typeface="Microsoft YaHei" panose="020B0503020204020204" pitchFamily="34" charset="-122"/>
              </a:defRPr>
            </a:lvl1pPr>
          </a:lstStyle>
          <a:p>
            <a:r>
              <a:rPr kumimoji="1" lang="zh-CN" altLang="en-US" dirty="0"/>
              <a:t>颜色规范</a:t>
            </a:r>
          </a:p>
        </p:txBody>
      </p:sp>
      <p:sp>
        <p:nvSpPr>
          <p:cNvPr id="3" name="矩形 2">
            <a:extLst>
              <a:ext uri="{FF2B5EF4-FFF2-40B4-BE49-F238E27FC236}">
                <a16:creationId xmlns:a16="http://schemas.microsoft.com/office/drawing/2014/main" id="{21F6A4F8-1FB9-893C-357B-981341615E24}"/>
              </a:ext>
            </a:extLst>
          </p:cNvPr>
          <p:cNvSpPr/>
          <p:nvPr userDrawn="1"/>
        </p:nvSpPr>
        <p:spPr>
          <a:xfrm>
            <a:off x="0" y="413797"/>
            <a:ext cx="147918" cy="510988"/>
          </a:xfrm>
          <a:prstGeom prst="rect">
            <a:avLst/>
          </a:prstGeom>
          <a:solidFill>
            <a:srgbClr val="D22A2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6" name="内容占位符 5"/>
          <p:cNvSpPr>
            <a:spLocks noGrp="1"/>
          </p:cNvSpPr>
          <p:nvPr>
            <p:ph sz="quarter" idx="10" hasCustomPrompt="1"/>
          </p:nvPr>
        </p:nvSpPr>
        <p:spPr>
          <a:xfrm>
            <a:off x="619125" y="1240155"/>
            <a:ext cx="10963275" cy="905436"/>
          </a:xfrm>
          <a:prstGeom prst="rect">
            <a:avLst/>
          </a:prstGeom>
        </p:spPr>
        <p:txBody>
          <a:bodyPr/>
          <a:lstStyle>
            <a:lvl1pPr marL="0" marR="0" indent="0" algn="l" defTabSz="914400" rtl="0" eaLnBrk="1" fontAlgn="auto" latinLnBrk="0" hangingPunct="1">
              <a:lnSpc>
                <a:spcPct val="110000"/>
              </a:lnSpc>
              <a:spcBef>
                <a:spcPts val="0"/>
              </a:spcBef>
              <a:spcAft>
                <a:spcPts val="0"/>
              </a:spcAft>
              <a:buClrTx/>
              <a:buSzTx/>
              <a:buFont typeface="Arial" panose="020B0604020202020204" pitchFamily="34" charset="0"/>
              <a:buNone/>
              <a:defRPr kumimoji="1" lang="zh-CN" altLang="en-US" sz="1600" b="0" kern="1200">
                <a:solidFill>
                  <a:schemeClr val="bg2">
                    <a:lumMod val="25000"/>
                  </a:schemeClr>
                </a:solidFill>
                <a:latin typeface="微软雅黑" panose="020B0503020204020204" pitchFamily="34" charset="-122"/>
                <a:ea typeface="微软雅黑" panose="020B0503020204020204" pitchFamily="34" charset="-122"/>
                <a:cs typeface="+mn-cs"/>
              </a:defRPr>
            </a:lvl1pPr>
          </a:lstStyle>
          <a:p>
            <a:pPr marL="285750" marR="0" lvl="0" indent="-285750" algn="l" defTabSz="914400" rtl="0" eaLnBrk="1" fontAlgn="auto" latinLnBrk="0" hangingPunct="1">
              <a:lnSpc>
                <a:spcPct val="110000"/>
              </a:lnSpc>
              <a:spcBef>
                <a:spcPts val="0"/>
              </a:spcBef>
              <a:spcAft>
                <a:spcPts val="0"/>
              </a:spcAft>
              <a:buClrTx/>
              <a:buSzTx/>
              <a:buFont typeface="Arial" panose="020B0604020202020204" pitchFamily="34" charset="0"/>
              <a:buChar char="•"/>
              <a:defRPr/>
            </a:pPr>
            <a:r>
              <a:rPr lang="zh-CN" altLang="en-US" dirty="0"/>
              <a:t>标准色：银朱色主要用于标题、图表、图标等，为优先使用颜色</a:t>
            </a:r>
          </a:p>
          <a:p>
            <a:pPr marL="285750" marR="0" lvl="0" indent="-285750" algn="l" defTabSz="914400" rtl="0" eaLnBrk="1" fontAlgn="auto" latinLnBrk="0" hangingPunct="1">
              <a:lnSpc>
                <a:spcPct val="110000"/>
              </a:lnSpc>
              <a:spcBef>
                <a:spcPts val="0"/>
              </a:spcBef>
              <a:spcAft>
                <a:spcPts val="0"/>
              </a:spcAft>
              <a:buClrTx/>
              <a:buSzTx/>
              <a:buFont typeface="Arial" panose="020B0604020202020204" pitchFamily="34" charset="0"/>
              <a:buChar char="•"/>
              <a:defRPr/>
            </a:pPr>
            <a:endParaRPr kumimoji="1" lang="en-US" altLang="zh-CN" sz="1400" b="0" kern="1200" dirty="0">
              <a:solidFill>
                <a:schemeClr val="bg2">
                  <a:lumMod val="25000"/>
                </a:schemeClr>
              </a:solidFill>
              <a:latin typeface="微软雅黑" panose="020B0503020204020204" pitchFamily="34" charset="-122"/>
              <a:ea typeface="微软雅黑" panose="020B0503020204020204" pitchFamily="34" charset="-122"/>
              <a:cs typeface="+mn-cs"/>
            </a:endParaRPr>
          </a:p>
          <a:p>
            <a:pPr marL="285750" marR="0" lvl="0" indent="-285750" algn="l" defTabSz="914400" rtl="0" eaLnBrk="1" fontAlgn="auto" latinLnBrk="0" hangingPunct="1">
              <a:lnSpc>
                <a:spcPct val="110000"/>
              </a:lnSpc>
              <a:spcBef>
                <a:spcPts val="0"/>
              </a:spcBef>
              <a:spcAft>
                <a:spcPts val="0"/>
              </a:spcAft>
              <a:buClrTx/>
              <a:buSzTx/>
              <a:buFont typeface="Arial" panose="020B0604020202020204" pitchFamily="34" charset="0"/>
              <a:buChar char="•"/>
              <a:defRPr/>
            </a:pPr>
            <a:r>
              <a:rPr lang="zh-CN" altLang="en-US" dirty="0"/>
              <a:t>主要辅助色：优先辅助色与银朱色搭配使用，可以协助突出品牌的主要色彩，可用于图表、色块、文字注释等</a:t>
            </a:r>
          </a:p>
          <a:p>
            <a:pPr marL="285750" marR="0" lvl="0" indent="-285750" algn="l" defTabSz="914400" rtl="0" eaLnBrk="1" fontAlgn="auto" latinLnBrk="0" hangingPunct="1">
              <a:lnSpc>
                <a:spcPct val="110000"/>
              </a:lnSpc>
              <a:spcBef>
                <a:spcPts val="0"/>
              </a:spcBef>
              <a:spcAft>
                <a:spcPts val="0"/>
              </a:spcAft>
              <a:buClrTx/>
              <a:buSzTx/>
              <a:buFont typeface="Arial" panose="020B0604020202020204" pitchFamily="34" charset="0"/>
              <a:buChar char="•"/>
              <a:defRPr/>
            </a:pPr>
            <a:endParaRPr lang="zh-CN" altLang="en-US" dirty="0"/>
          </a:p>
        </p:txBody>
      </p:sp>
      <p:sp>
        <p:nvSpPr>
          <p:cNvPr id="5" name="文本框 4">
            <a:extLst>
              <a:ext uri="{FF2B5EF4-FFF2-40B4-BE49-F238E27FC236}">
                <a16:creationId xmlns:a16="http://schemas.microsoft.com/office/drawing/2014/main" id="{8BE6E99B-C17C-1444-812D-918D586D3BAA}"/>
              </a:ext>
            </a:extLst>
          </p:cNvPr>
          <p:cNvSpPr txBox="1"/>
          <p:nvPr userDrawn="1"/>
        </p:nvSpPr>
        <p:spPr>
          <a:xfrm>
            <a:off x="453018" y="2403336"/>
            <a:ext cx="6100354" cy="430887"/>
          </a:xfrm>
          <a:prstGeom prst="rect">
            <a:avLst/>
          </a:prstGeom>
          <a:noFill/>
        </p:spPr>
        <p:txBody>
          <a:bodyPr wrap="square">
            <a:spAutoFit/>
          </a:bodyPr>
          <a:lstStyle/>
          <a:p>
            <a:r>
              <a:rPr lang="zh-CN" altLang="en-US" sz="2200" b="0" dirty="0">
                <a:solidFill>
                  <a:schemeClr val="tx1">
                    <a:lumMod val="85000"/>
                    <a:lumOff val="15000"/>
                  </a:schemeClr>
                </a:solidFill>
                <a:latin typeface="Microsoft YaHei" panose="020B0503020204020204" pitchFamily="34" charset="-122"/>
                <a:ea typeface="Microsoft YaHei" panose="020B0503020204020204" pitchFamily="34" charset="-122"/>
              </a:rPr>
              <a:t>标准色</a:t>
            </a:r>
          </a:p>
        </p:txBody>
      </p:sp>
      <p:sp>
        <p:nvSpPr>
          <p:cNvPr id="7" name="矩形 6">
            <a:extLst>
              <a:ext uri="{FF2B5EF4-FFF2-40B4-BE49-F238E27FC236}">
                <a16:creationId xmlns:a16="http://schemas.microsoft.com/office/drawing/2014/main" id="{9F3AA528-D0C5-A241-B9B5-EAD0D52033D0}"/>
              </a:ext>
            </a:extLst>
          </p:cNvPr>
          <p:cNvSpPr/>
          <p:nvPr userDrawn="1"/>
        </p:nvSpPr>
        <p:spPr>
          <a:xfrm>
            <a:off x="2425050" y="2260167"/>
            <a:ext cx="1254034" cy="430887"/>
          </a:xfrm>
          <a:prstGeom prst="rect">
            <a:avLst/>
          </a:prstGeom>
          <a:solidFill>
            <a:srgbClr val="D2281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8" name="矩形 7">
            <a:extLst>
              <a:ext uri="{FF2B5EF4-FFF2-40B4-BE49-F238E27FC236}">
                <a16:creationId xmlns:a16="http://schemas.microsoft.com/office/drawing/2014/main" id="{151AFCA8-EACB-3B42-9760-6B1BAD856704}"/>
              </a:ext>
            </a:extLst>
          </p:cNvPr>
          <p:cNvSpPr/>
          <p:nvPr userDrawn="1"/>
        </p:nvSpPr>
        <p:spPr>
          <a:xfrm>
            <a:off x="3905172" y="2265546"/>
            <a:ext cx="1254034" cy="433277"/>
          </a:xfrm>
          <a:prstGeom prst="rect">
            <a:avLst/>
          </a:prstGeom>
          <a:solidFill>
            <a:schemeClr val="bg1"/>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9" name="文本框 8">
            <a:extLst>
              <a:ext uri="{FF2B5EF4-FFF2-40B4-BE49-F238E27FC236}">
                <a16:creationId xmlns:a16="http://schemas.microsoft.com/office/drawing/2014/main" id="{90C06BDF-731B-4740-B57E-9645E18B6BE3}"/>
              </a:ext>
            </a:extLst>
          </p:cNvPr>
          <p:cNvSpPr txBox="1"/>
          <p:nvPr userDrawn="1"/>
        </p:nvSpPr>
        <p:spPr>
          <a:xfrm>
            <a:off x="453018" y="3427172"/>
            <a:ext cx="6100354" cy="430887"/>
          </a:xfrm>
          <a:prstGeom prst="rect">
            <a:avLst/>
          </a:prstGeom>
          <a:noFill/>
        </p:spPr>
        <p:txBody>
          <a:bodyPr wrap="square">
            <a:spAutoFit/>
          </a:bodyPr>
          <a:lstStyle/>
          <a:p>
            <a:r>
              <a:rPr lang="zh-CN" altLang="en-US" sz="2200" b="0" dirty="0">
                <a:solidFill>
                  <a:schemeClr val="tx1">
                    <a:lumMod val="85000"/>
                    <a:lumOff val="15000"/>
                  </a:schemeClr>
                </a:solidFill>
                <a:latin typeface="Microsoft YaHei" panose="020B0503020204020204" pitchFamily="34" charset="-122"/>
                <a:ea typeface="Microsoft YaHei" panose="020B0503020204020204" pitchFamily="34" charset="-122"/>
              </a:rPr>
              <a:t>主要辅助色</a:t>
            </a:r>
          </a:p>
        </p:txBody>
      </p:sp>
      <p:sp>
        <p:nvSpPr>
          <p:cNvPr id="10" name="矩形 9">
            <a:extLst>
              <a:ext uri="{FF2B5EF4-FFF2-40B4-BE49-F238E27FC236}">
                <a16:creationId xmlns:a16="http://schemas.microsoft.com/office/drawing/2014/main" id="{E5E1A13D-A1A7-B94A-96AB-4BE82F2883BF}"/>
              </a:ext>
            </a:extLst>
          </p:cNvPr>
          <p:cNvSpPr/>
          <p:nvPr userDrawn="1"/>
        </p:nvSpPr>
        <p:spPr>
          <a:xfrm>
            <a:off x="5345922" y="3409553"/>
            <a:ext cx="1254034" cy="418075"/>
          </a:xfrm>
          <a:prstGeom prst="rect">
            <a:avLst/>
          </a:prstGeom>
          <a:solidFill>
            <a:srgbClr val="0E194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1" name="矩形 10">
            <a:extLst>
              <a:ext uri="{FF2B5EF4-FFF2-40B4-BE49-F238E27FC236}">
                <a16:creationId xmlns:a16="http://schemas.microsoft.com/office/drawing/2014/main" id="{A1F2D22B-B9AB-B540-AAB6-86BEE929296E}"/>
              </a:ext>
            </a:extLst>
          </p:cNvPr>
          <p:cNvSpPr/>
          <p:nvPr userDrawn="1"/>
        </p:nvSpPr>
        <p:spPr>
          <a:xfrm>
            <a:off x="5341913" y="3829875"/>
            <a:ext cx="1254034" cy="220812"/>
          </a:xfrm>
          <a:prstGeom prst="rect">
            <a:avLst/>
          </a:prstGeom>
          <a:solidFill>
            <a:srgbClr val="6E749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2" name="矩形 11">
            <a:extLst>
              <a:ext uri="{FF2B5EF4-FFF2-40B4-BE49-F238E27FC236}">
                <a16:creationId xmlns:a16="http://schemas.microsoft.com/office/drawing/2014/main" id="{F8926ED5-97C8-604E-AB3C-81275AAEF5CA}"/>
              </a:ext>
            </a:extLst>
          </p:cNvPr>
          <p:cNvSpPr/>
          <p:nvPr userDrawn="1"/>
        </p:nvSpPr>
        <p:spPr>
          <a:xfrm>
            <a:off x="5341913" y="4050687"/>
            <a:ext cx="1254034" cy="220812"/>
          </a:xfrm>
          <a:prstGeom prst="rect">
            <a:avLst/>
          </a:prstGeom>
          <a:solidFill>
            <a:srgbClr val="CED0D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grpSp>
        <p:nvGrpSpPr>
          <p:cNvPr id="13" name="组合 12">
            <a:extLst>
              <a:ext uri="{FF2B5EF4-FFF2-40B4-BE49-F238E27FC236}">
                <a16:creationId xmlns:a16="http://schemas.microsoft.com/office/drawing/2014/main" id="{BD9398DE-D560-344B-B001-59DDE915361B}"/>
              </a:ext>
            </a:extLst>
          </p:cNvPr>
          <p:cNvGrpSpPr/>
          <p:nvPr userDrawn="1"/>
        </p:nvGrpSpPr>
        <p:grpSpPr>
          <a:xfrm>
            <a:off x="2422356" y="3439051"/>
            <a:ext cx="1254034" cy="860571"/>
            <a:chOff x="3779185" y="4574117"/>
            <a:chExt cx="1254034" cy="860571"/>
          </a:xfrm>
        </p:grpSpPr>
        <p:sp>
          <p:nvSpPr>
            <p:cNvPr id="14" name="矩形 13">
              <a:extLst>
                <a:ext uri="{FF2B5EF4-FFF2-40B4-BE49-F238E27FC236}">
                  <a16:creationId xmlns:a16="http://schemas.microsoft.com/office/drawing/2014/main" id="{BD11FF5C-ADEB-7F4E-8455-2396104E5058}"/>
                </a:ext>
              </a:extLst>
            </p:cNvPr>
            <p:cNvSpPr/>
            <p:nvPr userDrawn="1"/>
          </p:nvSpPr>
          <p:spPr>
            <a:xfrm>
              <a:off x="3779185" y="4574117"/>
              <a:ext cx="1254034" cy="418075"/>
            </a:xfrm>
            <a:prstGeom prst="rect">
              <a:avLst/>
            </a:prstGeom>
            <a:solidFill>
              <a:srgbClr val="FF7B4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5" name="矩形 14">
              <a:extLst>
                <a:ext uri="{FF2B5EF4-FFF2-40B4-BE49-F238E27FC236}">
                  <a16:creationId xmlns:a16="http://schemas.microsoft.com/office/drawing/2014/main" id="{8C2CFC3F-2D73-4342-BD78-DD016126EA50}"/>
                </a:ext>
              </a:extLst>
            </p:cNvPr>
            <p:cNvSpPr/>
            <p:nvPr userDrawn="1"/>
          </p:nvSpPr>
          <p:spPr>
            <a:xfrm>
              <a:off x="3779185" y="4993064"/>
              <a:ext cx="1254034" cy="220812"/>
            </a:xfrm>
            <a:prstGeom prst="rect">
              <a:avLst/>
            </a:prstGeom>
            <a:solidFill>
              <a:srgbClr val="FFB09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6" name="矩形 15">
              <a:extLst>
                <a:ext uri="{FF2B5EF4-FFF2-40B4-BE49-F238E27FC236}">
                  <a16:creationId xmlns:a16="http://schemas.microsoft.com/office/drawing/2014/main" id="{80D23C44-DF62-BE4A-9BAC-17635EBF7284}"/>
                </a:ext>
              </a:extLst>
            </p:cNvPr>
            <p:cNvSpPr/>
            <p:nvPr userDrawn="1"/>
          </p:nvSpPr>
          <p:spPr>
            <a:xfrm>
              <a:off x="3779185" y="5213876"/>
              <a:ext cx="1254034" cy="220812"/>
            </a:xfrm>
            <a:prstGeom prst="rect">
              <a:avLst/>
            </a:prstGeom>
            <a:solidFill>
              <a:srgbClr val="FFE5D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grpSp>
      <p:grpSp>
        <p:nvGrpSpPr>
          <p:cNvPr id="17" name="组合 16">
            <a:extLst>
              <a:ext uri="{FF2B5EF4-FFF2-40B4-BE49-F238E27FC236}">
                <a16:creationId xmlns:a16="http://schemas.microsoft.com/office/drawing/2014/main" id="{224232AC-ED1C-5C42-AE7E-4DAF6A4A1FE8}"/>
              </a:ext>
            </a:extLst>
          </p:cNvPr>
          <p:cNvGrpSpPr/>
          <p:nvPr userDrawn="1"/>
        </p:nvGrpSpPr>
        <p:grpSpPr>
          <a:xfrm>
            <a:off x="3866881" y="3439051"/>
            <a:ext cx="1254034" cy="860571"/>
            <a:chOff x="5223710" y="4574117"/>
            <a:chExt cx="1254034" cy="860571"/>
          </a:xfrm>
        </p:grpSpPr>
        <p:sp>
          <p:nvSpPr>
            <p:cNvPr id="18" name="矩形 17">
              <a:extLst>
                <a:ext uri="{FF2B5EF4-FFF2-40B4-BE49-F238E27FC236}">
                  <a16:creationId xmlns:a16="http://schemas.microsoft.com/office/drawing/2014/main" id="{6099C7EC-7C10-F14A-84FB-EEA4AE075B45}"/>
                </a:ext>
              </a:extLst>
            </p:cNvPr>
            <p:cNvSpPr/>
            <p:nvPr userDrawn="1"/>
          </p:nvSpPr>
          <p:spPr>
            <a:xfrm>
              <a:off x="5223710" y="4574117"/>
              <a:ext cx="1254034" cy="418075"/>
            </a:xfrm>
            <a:prstGeom prst="rect">
              <a:avLst/>
            </a:prstGeom>
            <a:solidFill>
              <a:srgbClr val="E2C0A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9" name="矩形 18">
              <a:extLst>
                <a:ext uri="{FF2B5EF4-FFF2-40B4-BE49-F238E27FC236}">
                  <a16:creationId xmlns:a16="http://schemas.microsoft.com/office/drawing/2014/main" id="{5CE4D842-D2B7-8344-8AB6-0E31290EF258}"/>
                </a:ext>
              </a:extLst>
            </p:cNvPr>
            <p:cNvSpPr/>
            <p:nvPr userDrawn="1"/>
          </p:nvSpPr>
          <p:spPr>
            <a:xfrm>
              <a:off x="5223710" y="4993064"/>
              <a:ext cx="1254034" cy="220812"/>
            </a:xfrm>
            <a:prstGeom prst="rect">
              <a:avLst/>
            </a:prstGeom>
            <a:solidFill>
              <a:srgbClr val="EDDBC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0" name="矩形 19">
              <a:extLst>
                <a:ext uri="{FF2B5EF4-FFF2-40B4-BE49-F238E27FC236}">
                  <a16:creationId xmlns:a16="http://schemas.microsoft.com/office/drawing/2014/main" id="{C8E8DDA9-0606-C440-9A93-08AC44733E74}"/>
                </a:ext>
              </a:extLst>
            </p:cNvPr>
            <p:cNvSpPr/>
            <p:nvPr userDrawn="1"/>
          </p:nvSpPr>
          <p:spPr>
            <a:xfrm>
              <a:off x="5223710" y="5213876"/>
              <a:ext cx="1254034" cy="220812"/>
            </a:xfrm>
            <a:prstGeom prst="rect">
              <a:avLst/>
            </a:prstGeom>
            <a:solidFill>
              <a:srgbClr val="F9F2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grpSp>
      <p:sp>
        <p:nvSpPr>
          <p:cNvPr id="21" name="文本框 20">
            <a:extLst>
              <a:ext uri="{FF2B5EF4-FFF2-40B4-BE49-F238E27FC236}">
                <a16:creationId xmlns:a16="http://schemas.microsoft.com/office/drawing/2014/main" id="{6096FD53-ED5D-194E-935F-E856471614D2}"/>
              </a:ext>
            </a:extLst>
          </p:cNvPr>
          <p:cNvSpPr txBox="1"/>
          <p:nvPr userDrawn="1"/>
        </p:nvSpPr>
        <p:spPr>
          <a:xfrm>
            <a:off x="2392450" y="2540766"/>
            <a:ext cx="1286634" cy="553996"/>
          </a:xfrm>
          <a:prstGeom prst="rect">
            <a:avLst/>
          </a:prstGeom>
          <a:noFill/>
          <a:ln w="12700" cap="flat">
            <a:noFill/>
            <a:miter lim="400000"/>
          </a:ln>
        </p:spPr>
        <p:style>
          <a:lnRef idx="0">
            <a:srgbClr val="FFFFFF"/>
          </a:lnRef>
          <a:fillRef idx="0">
            <a:srgbClr val="FFFFFF"/>
          </a:fillRef>
          <a:effectRef idx="0">
            <a:srgbClr val="FFFFFF"/>
          </a:effectRef>
          <a:fontRef idx="none"/>
        </p:style>
        <p:txBody>
          <a:bodyPr rot="0" spcFirstLastPara="1" vertOverflow="overflow" horzOverflow="overflow" vert="horz" wrap="square" lIns="45719" tIns="45719" rIns="45719" bIns="45719" numCol="1" spcCol="38100" rtlCol="0" anchor="t">
            <a:spAutoFit/>
          </a:bodyPr>
          <a:lstStyle/>
          <a:p>
            <a:pPr marL="0" marR="0" indent="0" defTabSz="914400" rtl="0" fontAlgn="auto" latinLnBrk="0" hangingPunct="0">
              <a:lnSpc>
                <a:spcPct val="100000"/>
              </a:lnSpc>
              <a:spcBef>
                <a:spcPts val="0"/>
              </a:spcBef>
              <a:spcAft>
                <a:spcPts val="0"/>
              </a:spcAft>
              <a:buClrTx/>
              <a:buSzTx/>
              <a:buFontTx/>
              <a:buNone/>
            </a:pPr>
            <a:endParaRPr kumimoji="0" lang="en-US" altLang="zh-CN" sz="1000" b="0" i="0" u="none" strike="noStrike" cap="none" spc="0" normalizeH="0" baseline="0" dirty="0">
              <a:ln>
                <a:noFill/>
              </a:ln>
              <a:solidFill>
                <a:schemeClr val="bg1"/>
              </a:solidFill>
              <a:effectLst/>
              <a:uFillTx/>
              <a:latin typeface="Microsoft YaHei Light" panose="020B0503020204020204" pitchFamily="34" charset="-122"/>
              <a:ea typeface="Microsoft YaHei Light" panose="020B0503020204020204" pitchFamily="34" charset="-122"/>
              <a:cs typeface="+mj-cs"/>
              <a:sym typeface="DengXian"/>
            </a:endParaRPr>
          </a:p>
          <a:p>
            <a:pPr marL="0" marR="0" indent="0" defTabSz="914400" rtl="0" fontAlgn="auto" latinLnBrk="0" hangingPunct="0">
              <a:lnSpc>
                <a:spcPct val="100000"/>
              </a:lnSpc>
              <a:spcBef>
                <a:spcPts val="0"/>
              </a:spcBef>
              <a:spcAft>
                <a:spcPts val="0"/>
              </a:spcAft>
              <a:buClrTx/>
              <a:buSzTx/>
              <a:buFontTx/>
              <a:buNone/>
            </a:pPr>
            <a:r>
              <a:rPr lang="en-US" altLang="zh-CN" sz="1000" b="0" i="0" dirty="0">
                <a:solidFill>
                  <a:schemeClr val="tx1">
                    <a:lumMod val="85000"/>
                    <a:lumOff val="15000"/>
                  </a:schemeClr>
                </a:solidFill>
                <a:latin typeface="Microsoft YaHei Light" panose="020B0503020204020204" pitchFamily="34" charset="-122"/>
                <a:ea typeface="Microsoft YaHei Light" panose="020B0503020204020204" pitchFamily="34" charset="-122"/>
              </a:rPr>
              <a:t>RGB:</a:t>
            </a:r>
            <a:r>
              <a:rPr lang="zh-CN" altLang="en-US" sz="1000" b="0" i="0" dirty="0">
                <a:solidFill>
                  <a:schemeClr val="tx1">
                    <a:lumMod val="85000"/>
                    <a:lumOff val="15000"/>
                  </a:schemeClr>
                </a:solidFill>
                <a:latin typeface="Microsoft YaHei Light" panose="020B0503020204020204" pitchFamily="34" charset="-122"/>
                <a:ea typeface="Microsoft YaHei Light" panose="020B0503020204020204" pitchFamily="34" charset="-122"/>
              </a:rPr>
              <a:t> </a:t>
            </a:r>
            <a:r>
              <a:rPr lang="en-US" altLang="zh-CN" sz="1000" b="0" i="0" dirty="0">
                <a:solidFill>
                  <a:schemeClr val="tx1">
                    <a:lumMod val="85000"/>
                    <a:lumOff val="15000"/>
                  </a:schemeClr>
                </a:solidFill>
                <a:latin typeface="Microsoft YaHei Light" panose="020B0503020204020204" pitchFamily="34" charset="-122"/>
                <a:ea typeface="Microsoft YaHei Light" panose="020B0503020204020204" pitchFamily="34" charset="-122"/>
              </a:rPr>
              <a:t>209/41/32</a:t>
            </a:r>
          </a:p>
          <a:p>
            <a:pPr marL="0" marR="0" indent="0" defTabSz="914400" rtl="0" fontAlgn="auto" latinLnBrk="0" hangingPunct="0">
              <a:lnSpc>
                <a:spcPct val="100000"/>
              </a:lnSpc>
              <a:spcBef>
                <a:spcPts val="0"/>
              </a:spcBef>
              <a:spcAft>
                <a:spcPts val="0"/>
              </a:spcAft>
              <a:buClrTx/>
              <a:buSzTx/>
              <a:buFontTx/>
              <a:buNone/>
            </a:pPr>
            <a:r>
              <a:rPr kumimoji="0" lang="en-US" altLang="zh-CN" sz="1000" b="0" i="0" u="none" strike="noStrike" cap="none" spc="0" normalizeH="0" baseline="0" dirty="0">
                <a:ln>
                  <a:noFill/>
                </a:ln>
                <a:solidFill>
                  <a:schemeClr val="tx1">
                    <a:lumMod val="85000"/>
                    <a:lumOff val="15000"/>
                  </a:schemeClr>
                </a:solidFill>
                <a:effectLst/>
                <a:uFillTx/>
                <a:latin typeface="Microsoft YaHei Light" panose="020B0503020204020204" pitchFamily="34" charset="-122"/>
                <a:ea typeface="Microsoft YaHei Light" panose="020B0503020204020204" pitchFamily="34" charset="-122"/>
                <a:cs typeface="+mj-cs"/>
                <a:sym typeface="DengXian"/>
              </a:rPr>
              <a:t>CMYK:</a:t>
            </a:r>
            <a:r>
              <a:rPr kumimoji="0" lang="zh-CN" altLang="en-US" sz="1000" b="0" i="0" u="none" strike="noStrike" cap="none" spc="0" normalizeH="0" baseline="0" dirty="0">
                <a:ln>
                  <a:noFill/>
                </a:ln>
                <a:solidFill>
                  <a:schemeClr val="tx1">
                    <a:lumMod val="85000"/>
                    <a:lumOff val="15000"/>
                  </a:schemeClr>
                </a:solidFill>
                <a:effectLst/>
                <a:uFillTx/>
                <a:latin typeface="Microsoft YaHei Light" panose="020B0503020204020204" pitchFamily="34" charset="-122"/>
                <a:ea typeface="Microsoft YaHei Light" panose="020B0503020204020204" pitchFamily="34" charset="-122"/>
                <a:cs typeface="+mj-cs"/>
                <a:sym typeface="DengXian"/>
              </a:rPr>
              <a:t> </a:t>
            </a:r>
            <a:r>
              <a:rPr kumimoji="0" lang="en-US" altLang="zh-CN" sz="1000" b="0" i="0" u="none" strike="noStrike" cap="none" spc="0" normalizeH="0" baseline="0" dirty="0">
                <a:ln>
                  <a:noFill/>
                </a:ln>
                <a:solidFill>
                  <a:schemeClr val="tx1">
                    <a:lumMod val="85000"/>
                    <a:lumOff val="15000"/>
                  </a:schemeClr>
                </a:solidFill>
                <a:effectLst/>
                <a:uFillTx/>
                <a:latin typeface="Microsoft YaHei Light" panose="020B0503020204020204" pitchFamily="34" charset="-122"/>
                <a:ea typeface="Microsoft YaHei Light" panose="020B0503020204020204" pitchFamily="34" charset="-122"/>
                <a:cs typeface="+mj-cs"/>
                <a:sym typeface="DengXian"/>
              </a:rPr>
              <a:t>15/95/95/0</a:t>
            </a:r>
            <a:endParaRPr kumimoji="0" lang="zh-CN" altLang="en-US" sz="1000" b="0" i="0" u="none" strike="noStrike" cap="none" spc="0" normalizeH="0" baseline="0" dirty="0">
              <a:ln>
                <a:noFill/>
              </a:ln>
              <a:solidFill>
                <a:schemeClr val="tx1">
                  <a:lumMod val="85000"/>
                  <a:lumOff val="15000"/>
                </a:schemeClr>
              </a:solidFill>
              <a:effectLst/>
              <a:uFillTx/>
              <a:latin typeface="Microsoft YaHei Light" panose="020B0503020204020204" pitchFamily="34" charset="-122"/>
              <a:ea typeface="Microsoft YaHei Light" panose="020B0503020204020204" pitchFamily="34" charset="-122"/>
              <a:sym typeface="DengXian"/>
            </a:endParaRPr>
          </a:p>
        </p:txBody>
      </p:sp>
      <p:sp>
        <p:nvSpPr>
          <p:cNvPr id="22" name="文本框 21">
            <a:extLst>
              <a:ext uri="{FF2B5EF4-FFF2-40B4-BE49-F238E27FC236}">
                <a16:creationId xmlns:a16="http://schemas.microsoft.com/office/drawing/2014/main" id="{8AC5073B-77B6-3348-A602-7263B4E81352}"/>
              </a:ext>
            </a:extLst>
          </p:cNvPr>
          <p:cNvSpPr txBox="1"/>
          <p:nvPr userDrawn="1"/>
        </p:nvSpPr>
        <p:spPr>
          <a:xfrm>
            <a:off x="3872572" y="2534761"/>
            <a:ext cx="1286634" cy="553996"/>
          </a:xfrm>
          <a:prstGeom prst="rect">
            <a:avLst/>
          </a:prstGeom>
          <a:noFill/>
          <a:ln w="12700" cap="flat">
            <a:noFill/>
            <a:miter lim="400000"/>
          </a:ln>
        </p:spPr>
        <p:style>
          <a:lnRef idx="0">
            <a:srgbClr val="FFFFFF"/>
          </a:lnRef>
          <a:fillRef idx="0">
            <a:srgbClr val="FFFFFF"/>
          </a:fillRef>
          <a:effectRef idx="0">
            <a:srgbClr val="FFFFFF"/>
          </a:effectRef>
          <a:fontRef idx="none"/>
        </p:style>
        <p:txBody>
          <a:bodyPr rot="0" spcFirstLastPara="1" vertOverflow="overflow" horzOverflow="overflow" vert="horz" wrap="square" lIns="45719" tIns="45719" rIns="45719" bIns="45719" numCol="1" spcCol="38100" rtlCol="0" anchor="t">
            <a:spAutoFit/>
          </a:bodyPr>
          <a:lstStyle/>
          <a:p>
            <a:pPr marL="0" marR="0" indent="0" defTabSz="914400" rtl="0" fontAlgn="auto" latinLnBrk="0" hangingPunct="0">
              <a:lnSpc>
                <a:spcPct val="100000"/>
              </a:lnSpc>
              <a:spcBef>
                <a:spcPts val="0"/>
              </a:spcBef>
              <a:spcAft>
                <a:spcPts val="0"/>
              </a:spcAft>
              <a:buClrTx/>
              <a:buSzTx/>
              <a:buFontTx/>
              <a:buNone/>
            </a:pPr>
            <a:endParaRPr kumimoji="0" lang="en-US" altLang="zh-CN" sz="1000" b="0" i="0" u="none" strike="noStrike" cap="none" spc="0" normalizeH="0" baseline="0" dirty="0">
              <a:ln>
                <a:noFill/>
              </a:ln>
              <a:solidFill>
                <a:schemeClr val="tx1">
                  <a:lumMod val="85000"/>
                  <a:lumOff val="15000"/>
                </a:schemeClr>
              </a:solidFill>
              <a:effectLst/>
              <a:uFillTx/>
              <a:latin typeface="+mj-lt"/>
              <a:ea typeface="+mj-ea"/>
              <a:cs typeface="+mj-cs"/>
              <a:sym typeface="DengXian"/>
            </a:endParaRPr>
          </a:p>
          <a:p>
            <a:pPr marL="0" marR="0" indent="0" defTabSz="914400" rtl="0" fontAlgn="auto" latinLnBrk="0" hangingPunct="0">
              <a:lnSpc>
                <a:spcPct val="100000"/>
              </a:lnSpc>
              <a:spcBef>
                <a:spcPts val="0"/>
              </a:spcBef>
              <a:spcAft>
                <a:spcPts val="0"/>
              </a:spcAft>
              <a:buClrTx/>
              <a:buSzTx/>
              <a:buFontTx/>
              <a:buNone/>
            </a:pPr>
            <a:r>
              <a:rPr lang="en-US" altLang="zh-CN" sz="1000" b="0" i="0" dirty="0">
                <a:solidFill>
                  <a:schemeClr val="tx1">
                    <a:lumMod val="85000"/>
                    <a:lumOff val="15000"/>
                  </a:schemeClr>
                </a:solidFill>
                <a:latin typeface="Microsoft YaHei Light" panose="020B0503020204020204" pitchFamily="34" charset="-122"/>
                <a:ea typeface="Microsoft YaHei Light" panose="020B0503020204020204" pitchFamily="34" charset="-122"/>
              </a:rPr>
              <a:t>RGB:</a:t>
            </a:r>
            <a:r>
              <a:rPr lang="zh-CN" altLang="en-US" sz="1000" b="0" i="0" dirty="0">
                <a:solidFill>
                  <a:schemeClr val="tx1">
                    <a:lumMod val="85000"/>
                    <a:lumOff val="15000"/>
                  </a:schemeClr>
                </a:solidFill>
                <a:latin typeface="Microsoft YaHei Light" panose="020B0503020204020204" pitchFamily="34" charset="-122"/>
                <a:ea typeface="Microsoft YaHei Light" panose="020B0503020204020204" pitchFamily="34" charset="-122"/>
              </a:rPr>
              <a:t> </a:t>
            </a:r>
            <a:r>
              <a:rPr lang="en-US" altLang="zh-CN" sz="1000" b="0" i="0" dirty="0">
                <a:solidFill>
                  <a:schemeClr val="tx1">
                    <a:lumMod val="85000"/>
                    <a:lumOff val="15000"/>
                  </a:schemeClr>
                </a:solidFill>
                <a:latin typeface="Microsoft YaHei Light" panose="020B0503020204020204" pitchFamily="34" charset="-122"/>
                <a:ea typeface="Microsoft YaHei Light" panose="020B0503020204020204" pitchFamily="34" charset="-122"/>
              </a:rPr>
              <a:t>255/255/255</a:t>
            </a:r>
          </a:p>
          <a:p>
            <a:pPr marL="0" marR="0" indent="0" defTabSz="914400" rtl="0" fontAlgn="auto" latinLnBrk="0" hangingPunct="0">
              <a:lnSpc>
                <a:spcPct val="100000"/>
              </a:lnSpc>
              <a:spcBef>
                <a:spcPts val="0"/>
              </a:spcBef>
              <a:spcAft>
                <a:spcPts val="0"/>
              </a:spcAft>
              <a:buClrTx/>
              <a:buSzTx/>
              <a:buFontTx/>
              <a:buNone/>
            </a:pPr>
            <a:r>
              <a:rPr kumimoji="0" lang="en-US" altLang="zh-CN" sz="1000" b="0" i="0" u="none" strike="noStrike" cap="none" spc="0" normalizeH="0" baseline="0" dirty="0">
                <a:ln>
                  <a:noFill/>
                </a:ln>
                <a:solidFill>
                  <a:schemeClr val="tx1">
                    <a:lumMod val="85000"/>
                    <a:lumOff val="15000"/>
                  </a:schemeClr>
                </a:solidFill>
                <a:effectLst/>
                <a:uFillTx/>
                <a:latin typeface="Microsoft YaHei Light" panose="020B0503020204020204" pitchFamily="34" charset="-122"/>
                <a:ea typeface="Microsoft YaHei Light" panose="020B0503020204020204" pitchFamily="34" charset="-122"/>
                <a:cs typeface="+mj-cs"/>
                <a:sym typeface="DengXian"/>
              </a:rPr>
              <a:t>CMYK:</a:t>
            </a:r>
            <a:r>
              <a:rPr kumimoji="0" lang="zh-CN" altLang="en-US" sz="1000" b="0" i="0" u="none" strike="noStrike" cap="none" spc="0" normalizeH="0" baseline="0" dirty="0">
                <a:ln>
                  <a:noFill/>
                </a:ln>
                <a:solidFill>
                  <a:schemeClr val="tx1">
                    <a:lumMod val="85000"/>
                    <a:lumOff val="15000"/>
                  </a:schemeClr>
                </a:solidFill>
                <a:effectLst/>
                <a:uFillTx/>
                <a:latin typeface="Microsoft YaHei Light" panose="020B0503020204020204" pitchFamily="34" charset="-122"/>
                <a:ea typeface="Microsoft YaHei Light" panose="020B0503020204020204" pitchFamily="34" charset="-122"/>
                <a:cs typeface="+mj-cs"/>
                <a:sym typeface="DengXian"/>
              </a:rPr>
              <a:t> </a:t>
            </a:r>
            <a:r>
              <a:rPr kumimoji="0" lang="en-US" altLang="zh-CN" sz="1000" b="0" i="0" u="none" strike="noStrike" cap="none" spc="0" normalizeH="0" baseline="0" dirty="0">
                <a:ln>
                  <a:noFill/>
                </a:ln>
                <a:solidFill>
                  <a:schemeClr val="tx1">
                    <a:lumMod val="85000"/>
                    <a:lumOff val="15000"/>
                  </a:schemeClr>
                </a:solidFill>
                <a:effectLst/>
                <a:uFillTx/>
                <a:latin typeface="Microsoft YaHei Light" panose="020B0503020204020204" pitchFamily="34" charset="-122"/>
                <a:ea typeface="Microsoft YaHei Light" panose="020B0503020204020204" pitchFamily="34" charset="-122"/>
                <a:cs typeface="+mj-cs"/>
                <a:sym typeface="DengXian"/>
              </a:rPr>
              <a:t>0/0/0/0</a:t>
            </a:r>
            <a:endParaRPr kumimoji="0" lang="zh-CN" altLang="en-US" sz="1000" b="0" i="0" u="none" strike="noStrike" cap="none" spc="0" normalizeH="0" baseline="0" dirty="0">
              <a:ln>
                <a:noFill/>
              </a:ln>
              <a:solidFill>
                <a:schemeClr val="tx1">
                  <a:lumMod val="85000"/>
                  <a:lumOff val="15000"/>
                </a:schemeClr>
              </a:solidFill>
              <a:effectLst/>
              <a:uFillTx/>
              <a:latin typeface="Microsoft YaHei Light" panose="020B0503020204020204" pitchFamily="34" charset="-122"/>
              <a:ea typeface="Microsoft YaHei Light" panose="020B0503020204020204" pitchFamily="34" charset="-122"/>
              <a:sym typeface="DengXian"/>
            </a:endParaRPr>
          </a:p>
        </p:txBody>
      </p:sp>
      <p:sp>
        <p:nvSpPr>
          <p:cNvPr id="23" name="文本框 22">
            <a:extLst>
              <a:ext uri="{FF2B5EF4-FFF2-40B4-BE49-F238E27FC236}">
                <a16:creationId xmlns:a16="http://schemas.microsoft.com/office/drawing/2014/main" id="{10F625CE-3B8B-A149-89B8-B57888460764}"/>
              </a:ext>
            </a:extLst>
          </p:cNvPr>
          <p:cNvSpPr txBox="1"/>
          <p:nvPr userDrawn="1"/>
        </p:nvSpPr>
        <p:spPr>
          <a:xfrm>
            <a:off x="5325852" y="3271733"/>
            <a:ext cx="1480122" cy="569385"/>
          </a:xfrm>
          <a:prstGeom prst="rect">
            <a:avLst/>
          </a:prstGeom>
          <a:noFill/>
          <a:ln w="12700" cap="flat">
            <a:noFill/>
            <a:miter lim="400000"/>
          </a:ln>
        </p:spPr>
        <p:style>
          <a:lnRef idx="0">
            <a:srgbClr val="FFFFFF"/>
          </a:lnRef>
          <a:fillRef idx="0">
            <a:srgbClr val="FFFFFF"/>
          </a:fillRef>
          <a:effectRef idx="0">
            <a:srgbClr val="FFFFFF"/>
          </a:effectRef>
          <a:fontRef idx="none"/>
        </p:style>
        <p:txBody>
          <a:bodyPr rot="0" spcFirstLastPara="1" vertOverflow="overflow" horzOverflow="overflow" vert="horz" wrap="square" lIns="45719" tIns="45719" rIns="45719" bIns="45719" numCol="1" spcCol="38100" rtlCol="0" anchor="t">
            <a:spAutoFit/>
          </a:bodyPr>
          <a:lstStyle/>
          <a:p>
            <a:pPr marL="0" marR="0" indent="0" defTabSz="914400" rtl="0" fontAlgn="auto" latinLnBrk="0" hangingPunct="0">
              <a:lnSpc>
                <a:spcPct val="100000"/>
              </a:lnSpc>
              <a:spcBef>
                <a:spcPts val="0"/>
              </a:spcBef>
              <a:spcAft>
                <a:spcPts val="0"/>
              </a:spcAft>
              <a:buClrTx/>
              <a:buSzTx/>
              <a:buFontTx/>
              <a:buNone/>
            </a:pPr>
            <a:endParaRPr kumimoji="0" lang="en-US" altLang="zh-CN" sz="1100" b="0" i="0" u="none" strike="noStrike" cap="none" spc="0" normalizeH="0" baseline="0" dirty="0">
              <a:ln>
                <a:noFill/>
              </a:ln>
              <a:solidFill>
                <a:schemeClr val="bg1"/>
              </a:solidFill>
              <a:effectLst/>
              <a:uFillTx/>
              <a:latin typeface="+mj-lt"/>
              <a:ea typeface="+mj-ea"/>
              <a:cs typeface="+mj-cs"/>
              <a:sym typeface="DengXian"/>
            </a:endParaRPr>
          </a:p>
          <a:p>
            <a:pPr marL="0" marR="0" indent="0" defTabSz="914400" rtl="0" fontAlgn="auto" latinLnBrk="0" hangingPunct="0">
              <a:lnSpc>
                <a:spcPct val="100000"/>
              </a:lnSpc>
              <a:spcBef>
                <a:spcPts val="0"/>
              </a:spcBef>
              <a:spcAft>
                <a:spcPts val="0"/>
              </a:spcAft>
              <a:buClrTx/>
              <a:buSzTx/>
              <a:buFontTx/>
              <a:buNone/>
            </a:pPr>
            <a:r>
              <a:rPr lang="en-US" altLang="zh-CN" sz="1000" b="0" i="0" dirty="0">
                <a:solidFill>
                  <a:schemeClr val="bg1"/>
                </a:solidFill>
                <a:latin typeface="Microsoft YaHei Light" panose="020B0503020204020204" pitchFamily="34" charset="-122"/>
                <a:ea typeface="Microsoft YaHei Light" panose="020B0503020204020204" pitchFamily="34" charset="-122"/>
              </a:rPr>
              <a:t>RGB:</a:t>
            </a:r>
            <a:r>
              <a:rPr lang="zh-CN" altLang="en-US" sz="1000" b="0" i="0" dirty="0">
                <a:solidFill>
                  <a:schemeClr val="bg1"/>
                </a:solidFill>
                <a:latin typeface="Microsoft YaHei Light" panose="020B0503020204020204" pitchFamily="34" charset="-122"/>
                <a:ea typeface="Microsoft YaHei Light" panose="020B0503020204020204" pitchFamily="34" charset="-122"/>
              </a:rPr>
              <a:t> </a:t>
            </a:r>
            <a:r>
              <a:rPr lang="en-US" altLang="zh-CN" sz="1000" b="0" i="0" dirty="0">
                <a:solidFill>
                  <a:schemeClr val="bg1"/>
                </a:solidFill>
                <a:latin typeface="Microsoft YaHei Light" panose="020B0503020204020204" pitchFamily="34" charset="-122"/>
                <a:ea typeface="Microsoft YaHei Light" panose="020B0503020204020204" pitchFamily="34" charset="-122"/>
              </a:rPr>
              <a:t>15</a:t>
            </a:r>
            <a:r>
              <a:rPr kumimoji="0" lang="en-US" altLang="zh-CN" sz="1000" b="0" i="0" u="none" strike="noStrike" kern="1200" cap="none" spc="0" normalizeH="0" baseline="0" dirty="0">
                <a:ln>
                  <a:noFill/>
                </a:ln>
                <a:solidFill>
                  <a:schemeClr val="bg1"/>
                </a:solidFill>
                <a:effectLst/>
                <a:uFillTx/>
                <a:latin typeface="Microsoft YaHei Light" panose="020B0503020204020204" pitchFamily="34" charset="-122"/>
                <a:ea typeface="Microsoft YaHei Light" panose="020B0503020204020204" pitchFamily="34" charset="-122"/>
                <a:cs typeface="+mn-cs"/>
                <a:sym typeface="DengXian"/>
              </a:rPr>
              <a:t>/</a:t>
            </a:r>
            <a:r>
              <a:rPr lang="en-US" altLang="zh-CN" sz="1000" b="0" i="0" dirty="0">
                <a:solidFill>
                  <a:schemeClr val="bg1"/>
                </a:solidFill>
                <a:latin typeface="Microsoft YaHei Light" panose="020B0503020204020204" pitchFamily="34" charset="-122"/>
                <a:ea typeface="Microsoft YaHei Light" panose="020B0503020204020204" pitchFamily="34" charset="-122"/>
              </a:rPr>
              <a:t>25</a:t>
            </a:r>
            <a:r>
              <a:rPr kumimoji="0" lang="en-US" altLang="zh-CN" sz="1000" b="0" i="0" u="none" strike="noStrike" kern="1200" cap="none" spc="0" normalizeH="0" baseline="0" dirty="0">
                <a:ln>
                  <a:noFill/>
                </a:ln>
                <a:solidFill>
                  <a:schemeClr val="bg1"/>
                </a:solidFill>
                <a:effectLst/>
                <a:uFillTx/>
                <a:latin typeface="Microsoft YaHei Light" panose="020B0503020204020204" pitchFamily="34" charset="-122"/>
                <a:ea typeface="Microsoft YaHei Light" panose="020B0503020204020204" pitchFamily="34" charset="-122"/>
                <a:cs typeface="+mn-cs"/>
                <a:sym typeface="DengXian"/>
              </a:rPr>
              <a:t>/</a:t>
            </a:r>
            <a:r>
              <a:rPr lang="en-US" altLang="zh-CN" sz="1000" b="0" i="0" dirty="0">
                <a:solidFill>
                  <a:schemeClr val="bg1"/>
                </a:solidFill>
                <a:latin typeface="Microsoft YaHei Light" panose="020B0503020204020204" pitchFamily="34" charset="-122"/>
                <a:ea typeface="Microsoft YaHei Light" panose="020B0503020204020204" pitchFamily="34" charset="-122"/>
              </a:rPr>
              <a:t>70</a:t>
            </a:r>
          </a:p>
          <a:p>
            <a:pPr marL="0" marR="0" indent="0" defTabSz="914400" rtl="0" fontAlgn="auto" latinLnBrk="0" hangingPunct="0">
              <a:lnSpc>
                <a:spcPct val="100000"/>
              </a:lnSpc>
              <a:spcBef>
                <a:spcPts val="0"/>
              </a:spcBef>
              <a:spcAft>
                <a:spcPts val="0"/>
              </a:spcAft>
              <a:buClrTx/>
              <a:buSzTx/>
              <a:buFontTx/>
              <a:buNone/>
            </a:pPr>
            <a:r>
              <a:rPr kumimoji="0" lang="en-US" altLang="zh-CN" sz="1000" b="0" i="0" u="none" strike="noStrike" cap="none" spc="0" normalizeH="0" baseline="0" dirty="0">
                <a:ln>
                  <a:noFill/>
                </a:ln>
                <a:solidFill>
                  <a:schemeClr val="bg1"/>
                </a:solidFill>
                <a:effectLst/>
                <a:uFillTx/>
                <a:latin typeface="Microsoft YaHei Light" panose="020B0503020204020204" pitchFamily="34" charset="-122"/>
                <a:ea typeface="Microsoft YaHei Light" panose="020B0503020204020204" pitchFamily="34" charset="-122"/>
                <a:cs typeface="+mj-cs"/>
                <a:sym typeface="DengXian"/>
              </a:rPr>
              <a:t>CMYK:</a:t>
            </a:r>
            <a:r>
              <a:rPr kumimoji="0" lang="zh-CN" altLang="en-US" sz="1000" b="0" i="0" u="none" strike="noStrike" cap="none" spc="0" normalizeH="0" baseline="0" dirty="0">
                <a:ln>
                  <a:noFill/>
                </a:ln>
                <a:solidFill>
                  <a:schemeClr val="bg1"/>
                </a:solidFill>
                <a:effectLst/>
                <a:uFillTx/>
                <a:latin typeface="Microsoft YaHei Light" panose="020B0503020204020204" pitchFamily="34" charset="-122"/>
                <a:ea typeface="Microsoft YaHei Light" panose="020B0503020204020204" pitchFamily="34" charset="-122"/>
                <a:cs typeface="+mj-cs"/>
                <a:sym typeface="DengXian"/>
              </a:rPr>
              <a:t> </a:t>
            </a:r>
            <a:r>
              <a:rPr kumimoji="0" lang="en-US" altLang="zh-CN" sz="1000" b="0" i="0" u="none" strike="noStrike" cap="none" spc="0" normalizeH="0" baseline="0" dirty="0">
                <a:ln>
                  <a:noFill/>
                </a:ln>
                <a:solidFill>
                  <a:schemeClr val="bg1"/>
                </a:solidFill>
                <a:effectLst/>
                <a:uFillTx/>
                <a:latin typeface="Microsoft YaHei Light" panose="020B0503020204020204" pitchFamily="34" charset="-122"/>
                <a:ea typeface="Microsoft YaHei Light" panose="020B0503020204020204" pitchFamily="34" charset="-122"/>
                <a:cs typeface="+mj-cs"/>
                <a:sym typeface="DengXian"/>
              </a:rPr>
              <a:t>100/100/60/30</a:t>
            </a:r>
            <a:endParaRPr kumimoji="0" lang="zh-CN" altLang="en-US" sz="1000" b="0" i="0" u="none" strike="noStrike" cap="none" spc="0" normalizeH="0" baseline="0" dirty="0">
              <a:ln>
                <a:noFill/>
              </a:ln>
              <a:solidFill>
                <a:schemeClr val="bg1"/>
              </a:solidFill>
              <a:effectLst/>
              <a:uFillTx/>
              <a:latin typeface="Microsoft YaHei Light" panose="020B0503020204020204" pitchFamily="34" charset="-122"/>
              <a:ea typeface="Microsoft YaHei Light" panose="020B0503020204020204" pitchFamily="34" charset="-122"/>
              <a:sym typeface="DengXian"/>
            </a:endParaRPr>
          </a:p>
        </p:txBody>
      </p:sp>
      <p:sp>
        <p:nvSpPr>
          <p:cNvPr id="24" name="文本框 23">
            <a:extLst>
              <a:ext uri="{FF2B5EF4-FFF2-40B4-BE49-F238E27FC236}">
                <a16:creationId xmlns:a16="http://schemas.microsoft.com/office/drawing/2014/main" id="{A435C225-0D6C-B94E-8475-CD5BC8074055}"/>
              </a:ext>
            </a:extLst>
          </p:cNvPr>
          <p:cNvSpPr txBox="1"/>
          <p:nvPr userDrawn="1"/>
        </p:nvSpPr>
        <p:spPr>
          <a:xfrm>
            <a:off x="2374564" y="3319730"/>
            <a:ext cx="1480122" cy="553996"/>
          </a:xfrm>
          <a:prstGeom prst="rect">
            <a:avLst/>
          </a:prstGeom>
          <a:noFill/>
          <a:ln w="12700" cap="flat">
            <a:noFill/>
            <a:miter lim="400000"/>
          </a:ln>
        </p:spPr>
        <p:style>
          <a:lnRef idx="0">
            <a:srgbClr val="FFFFFF"/>
          </a:lnRef>
          <a:fillRef idx="0">
            <a:srgbClr val="FFFFFF"/>
          </a:fillRef>
          <a:effectRef idx="0">
            <a:srgbClr val="FFFFFF"/>
          </a:effectRef>
          <a:fontRef idx="none"/>
        </p:style>
        <p:txBody>
          <a:bodyPr rot="0" spcFirstLastPara="1" vertOverflow="overflow" horzOverflow="overflow" vert="horz" wrap="square" lIns="45719" tIns="45719" rIns="45719" bIns="45719" numCol="1" spcCol="38100" rtlCol="0" anchor="t">
            <a:spAutoFit/>
          </a:bodyPr>
          <a:lstStyle/>
          <a:p>
            <a:pPr marL="0" marR="0" indent="0" defTabSz="914400" rtl="0" fontAlgn="auto" latinLnBrk="0" hangingPunct="0">
              <a:lnSpc>
                <a:spcPct val="100000"/>
              </a:lnSpc>
              <a:spcBef>
                <a:spcPts val="0"/>
              </a:spcBef>
              <a:spcAft>
                <a:spcPts val="0"/>
              </a:spcAft>
              <a:buClrTx/>
              <a:buSzTx/>
              <a:buFontTx/>
              <a:buNone/>
            </a:pPr>
            <a:endParaRPr kumimoji="0" lang="en-US" altLang="zh-CN" sz="1000" b="0" i="0" u="none" strike="noStrike" cap="none" spc="0" normalizeH="0" baseline="0" dirty="0">
              <a:ln>
                <a:noFill/>
              </a:ln>
              <a:solidFill>
                <a:schemeClr val="bg1"/>
              </a:solidFill>
              <a:effectLst/>
              <a:uFillTx/>
              <a:latin typeface="Microsoft YaHei Light" panose="020B0503020204020204" pitchFamily="34" charset="-122"/>
              <a:ea typeface="Microsoft YaHei Light" panose="020B0503020204020204" pitchFamily="34" charset="-122"/>
              <a:cs typeface="+mj-cs"/>
              <a:sym typeface="DengXian"/>
            </a:endParaRPr>
          </a:p>
          <a:p>
            <a:pPr marL="0" marR="0" indent="0" defTabSz="914400" rtl="0" fontAlgn="auto" latinLnBrk="0" hangingPunct="0">
              <a:lnSpc>
                <a:spcPct val="100000"/>
              </a:lnSpc>
              <a:spcBef>
                <a:spcPts val="0"/>
              </a:spcBef>
              <a:spcAft>
                <a:spcPts val="0"/>
              </a:spcAft>
              <a:buClrTx/>
              <a:buSzTx/>
              <a:buFontTx/>
              <a:buNone/>
            </a:pPr>
            <a:r>
              <a:rPr lang="en-US" altLang="zh-CN" sz="1000" b="0" i="0" dirty="0">
                <a:solidFill>
                  <a:schemeClr val="bg1"/>
                </a:solidFill>
                <a:latin typeface="Microsoft YaHei Light" panose="020B0503020204020204" pitchFamily="34" charset="-122"/>
                <a:ea typeface="Microsoft YaHei Light" panose="020B0503020204020204" pitchFamily="34" charset="-122"/>
              </a:rPr>
              <a:t>RGB:</a:t>
            </a:r>
            <a:r>
              <a:rPr lang="zh-CN" altLang="en-US" sz="1000" b="0" i="0" dirty="0">
                <a:solidFill>
                  <a:schemeClr val="bg1"/>
                </a:solidFill>
                <a:latin typeface="Microsoft YaHei Light" panose="020B0503020204020204" pitchFamily="34" charset="-122"/>
                <a:ea typeface="Microsoft YaHei Light" panose="020B0503020204020204" pitchFamily="34" charset="-122"/>
              </a:rPr>
              <a:t> </a:t>
            </a:r>
            <a:r>
              <a:rPr lang="en-US" altLang="zh-CN" sz="1000" b="0" i="0" dirty="0">
                <a:solidFill>
                  <a:schemeClr val="bg1"/>
                </a:solidFill>
                <a:latin typeface="Microsoft YaHei Light" panose="020B0503020204020204" pitchFamily="34" charset="-122"/>
                <a:ea typeface="Microsoft YaHei Light" panose="020B0503020204020204" pitchFamily="34" charset="-122"/>
              </a:rPr>
              <a:t>255/123/73</a:t>
            </a:r>
          </a:p>
          <a:p>
            <a:pPr marL="0" marR="0" indent="0" defTabSz="914400" rtl="0" fontAlgn="auto" latinLnBrk="0" hangingPunct="0">
              <a:lnSpc>
                <a:spcPct val="100000"/>
              </a:lnSpc>
              <a:spcBef>
                <a:spcPts val="0"/>
              </a:spcBef>
              <a:spcAft>
                <a:spcPts val="0"/>
              </a:spcAft>
              <a:buClrTx/>
              <a:buSzTx/>
              <a:buFontTx/>
              <a:buNone/>
            </a:pPr>
            <a:r>
              <a:rPr kumimoji="0" lang="en-US" altLang="zh-CN" sz="1000" b="0" i="0" u="none" strike="noStrike" cap="none" spc="0" normalizeH="0" baseline="0" dirty="0">
                <a:ln>
                  <a:noFill/>
                </a:ln>
                <a:solidFill>
                  <a:schemeClr val="bg1"/>
                </a:solidFill>
                <a:effectLst/>
                <a:uFillTx/>
                <a:latin typeface="Microsoft YaHei Light" panose="020B0503020204020204" pitchFamily="34" charset="-122"/>
                <a:ea typeface="Microsoft YaHei Light" panose="020B0503020204020204" pitchFamily="34" charset="-122"/>
                <a:cs typeface="+mj-cs"/>
                <a:sym typeface="DengXian"/>
              </a:rPr>
              <a:t>CMYK:</a:t>
            </a:r>
            <a:r>
              <a:rPr kumimoji="0" lang="zh-CN" altLang="en-US" sz="1000" b="0" i="0" u="none" strike="noStrike" cap="none" spc="0" normalizeH="0" baseline="0" dirty="0">
                <a:ln>
                  <a:noFill/>
                </a:ln>
                <a:solidFill>
                  <a:schemeClr val="bg1"/>
                </a:solidFill>
                <a:effectLst/>
                <a:uFillTx/>
                <a:latin typeface="Microsoft YaHei Light" panose="020B0503020204020204" pitchFamily="34" charset="-122"/>
                <a:ea typeface="Microsoft YaHei Light" panose="020B0503020204020204" pitchFamily="34" charset="-122"/>
                <a:cs typeface="+mj-cs"/>
                <a:sym typeface="DengXian"/>
              </a:rPr>
              <a:t> </a:t>
            </a:r>
            <a:r>
              <a:rPr kumimoji="0" lang="en-US" altLang="zh-CN" sz="1000" b="0" i="0" u="none" strike="noStrike" cap="none" spc="0" normalizeH="0" baseline="0" dirty="0">
                <a:ln>
                  <a:noFill/>
                </a:ln>
                <a:solidFill>
                  <a:schemeClr val="bg1"/>
                </a:solidFill>
                <a:effectLst/>
                <a:uFillTx/>
                <a:latin typeface="Microsoft YaHei Light" panose="020B0503020204020204" pitchFamily="34" charset="-122"/>
                <a:ea typeface="Microsoft YaHei Light" panose="020B0503020204020204" pitchFamily="34" charset="-122"/>
                <a:cs typeface="+mj-cs"/>
                <a:sym typeface="DengXian"/>
              </a:rPr>
              <a:t>0/66/70/0</a:t>
            </a:r>
            <a:endParaRPr kumimoji="0" lang="zh-CN" altLang="en-US" sz="1000" b="0" i="0" u="none" strike="noStrike" cap="none" spc="0" normalizeH="0" baseline="0" dirty="0">
              <a:ln>
                <a:noFill/>
              </a:ln>
              <a:solidFill>
                <a:schemeClr val="bg1"/>
              </a:solidFill>
              <a:effectLst/>
              <a:uFillTx/>
              <a:latin typeface="Microsoft YaHei Light" panose="020B0503020204020204" pitchFamily="34" charset="-122"/>
              <a:ea typeface="Microsoft YaHei Light" panose="020B0503020204020204" pitchFamily="34" charset="-122"/>
              <a:sym typeface="DengXian"/>
            </a:endParaRPr>
          </a:p>
        </p:txBody>
      </p:sp>
      <p:sp>
        <p:nvSpPr>
          <p:cNvPr id="25" name="文本框 24">
            <a:extLst>
              <a:ext uri="{FF2B5EF4-FFF2-40B4-BE49-F238E27FC236}">
                <a16:creationId xmlns:a16="http://schemas.microsoft.com/office/drawing/2014/main" id="{EC6C1ED9-6176-8040-B5D4-3503DC4D69A3}"/>
              </a:ext>
            </a:extLst>
          </p:cNvPr>
          <p:cNvSpPr txBox="1"/>
          <p:nvPr userDrawn="1"/>
        </p:nvSpPr>
        <p:spPr>
          <a:xfrm>
            <a:off x="3851689" y="3319730"/>
            <a:ext cx="1480122" cy="553996"/>
          </a:xfrm>
          <a:prstGeom prst="rect">
            <a:avLst/>
          </a:prstGeom>
          <a:noFill/>
          <a:ln w="12700" cap="flat">
            <a:noFill/>
            <a:miter lim="400000"/>
          </a:ln>
        </p:spPr>
        <p:style>
          <a:lnRef idx="0">
            <a:srgbClr val="FFFFFF"/>
          </a:lnRef>
          <a:fillRef idx="0">
            <a:srgbClr val="FFFFFF"/>
          </a:fillRef>
          <a:effectRef idx="0">
            <a:srgbClr val="FFFFFF"/>
          </a:effectRef>
          <a:fontRef idx="none"/>
        </p:style>
        <p:txBody>
          <a:bodyPr rot="0" spcFirstLastPara="1" vertOverflow="overflow" horzOverflow="overflow" vert="horz" wrap="square" lIns="45719" tIns="45719" rIns="45719" bIns="45719" numCol="1" spcCol="38100" rtlCol="0" anchor="t">
            <a:spAutoFit/>
          </a:bodyPr>
          <a:lstStyle/>
          <a:p>
            <a:pPr marL="0" marR="0" indent="0" defTabSz="914400" rtl="0" fontAlgn="auto" latinLnBrk="0" hangingPunct="0">
              <a:lnSpc>
                <a:spcPct val="100000"/>
              </a:lnSpc>
              <a:spcBef>
                <a:spcPts val="0"/>
              </a:spcBef>
              <a:spcAft>
                <a:spcPts val="0"/>
              </a:spcAft>
              <a:buClrTx/>
              <a:buSzTx/>
              <a:buFontTx/>
              <a:buNone/>
            </a:pPr>
            <a:endParaRPr kumimoji="0" lang="en-US" altLang="zh-CN" sz="1000" b="0" i="0" u="none" strike="noStrike" cap="none" spc="0" normalizeH="0" baseline="0" dirty="0">
              <a:ln>
                <a:noFill/>
              </a:ln>
              <a:solidFill>
                <a:schemeClr val="bg1"/>
              </a:solidFill>
              <a:effectLst/>
              <a:uFillTx/>
              <a:latin typeface="Microsoft YaHei Light" panose="020B0503020204020204" pitchFamily="34" charset="-122"/>
              <a:ea typeface="Microsoft YaHei Light" panose="020B0503020204020204" pitchFamily="34" charset="-122"/>
              <a:cs typeface="+mj-cs"/>
              <a:sym typeface="DengXian"/>
            </a:endParaRPr>
          </a:p>
          <a:p>
            <a:pPr marL="0" marR="0" indent="0" defTabSz="914400" rtl="0" fontAlgn="auto" latinLnBrk="0" hangingPunct="0">
              <a:lnSpc>
                <a:spcPct val="100000"/>
              </a:lnSpc>
              <a:spcBef>
                <a:spcPts val="0"/>
              </a:spcBef>
              <a:spcAft>
                <a:spcPts val="0"/>
              </a:spcAft>
              <a:buClrTx/>
              <a:buSzTx/>
              <a:buFontTx/>
              <a:buNone/>
            </a:pPr>
            <a:r>
              <a:rPr lang="en-US" altLang="zh-CN" sz="1000" b="0" i="0" dirty="0">
                <a:solidFill>
                  <a:schemeClr val="bg1"/>
                </a:solidFill>
                <a:latin typeface="Microsoft YaHei Light" panose="020B0503020204020204" pitchFamily="34" charset="-122"/>
                <a:ea typeface="Microsoft YaHei Light" panose="020B0503020204020204" pitchFamily="34" charset="-122"/>
              </a:rPr>
              <a:t>RGB:</a:t>
            </a:r>
            <a:r>
              <a:rPr lang="zh-CN" altLang="en-US" sz="1000" b="0" i="0" dirty="0">
                <a:solidFill>
                  <a:schemeClr val="bg1"/>
                </a:solidFill>
                <a:latin typeface="Microsoft YaHei Light" panose="020B0503020204020204" pitchFamily="34" charset="-122"/>
                <a:ea typeface="Microsoft YaHei Light" panose="020B0503020204020204" pitchFamily="34" charset="-122"/>
              </a:rPr>
              <a:t> </a:t>
            </a:r>
            <a:r>
              <a:rPr lang="en-US" altLang="zh-CN" sz="1000" b="0" i="0" dirty="0">
                <a:solidFill>
                  <a:schemeClr val="bg1"/>
                </a:solidFill>
                <a:latin typeface="Microsoft YaHei Light" panose="020B0503020204020204" pitchFamily="34" charset="-122"/>
                <a:ea typeface="Microsoft YaHei Light" panose="020B0503020204020204" pitchFamily="34" charset="-122"/>
              </a:rPr>
              <a:t>225/193/161</a:t>
            </a:r>
          </a:p>
          <a:p>
            <a:pPr marL="0" marR="0" indent="0" defTabSz="914400" rtl="0" fontAlgn="auto" latinLnBrk="0" hangingPunct="0">
              <a:lnSpc>
                <a:spcPct val="100000"/>
              </a:lnSpc>
              <a:spcBef>
                <a:spcPts val="0"/>
              </a:spcBef>
              <a:spcAft>
                <a:spcPts val="0"/>
              </a:spcAft>
              <a:buClrTx/>
              <a:buSzTx/>
              <a:buFontTx/>
              <a:buNone/>
            </a:pPr>
            <a:r>
              <a:rPr kumimoji="0" lang="en-US" altLang="zh-CN" sz="1000" b="0" i="0" u="none" strike="noStrike" cap="none" spc="0" normalizeH="0" baseline="0" dirty="0">
                <a:ln>
                  <a:noFill/>
                </a:ln>
                <a:solidFill>
                  <a:schemeClr val="bg1"/>
                </a:solidFill>
                <a:effectLst/>
                <a:uFillTx/>
                <a:latin typeface="Microsoft YaHei Light" panose="020B0503020204020204" pitchFamily="34" charset="-122"/>
                <a:ea typeface="Microsoft YaHei Light" panose="020B0503020204020204" pitchFamily="34" charset="-122"/>
                <a:cs typeface="+mj-cs"/>
                <a:sym typeface="DengXian"/>
              </a:rPr>
              <a:t>CMYK:</a:t>
            </a:r>
            <a:r>
              <a:rPr kumimoji="0" lang="zh-CN" altLang="en-US" sz="1000" b="0" i="0" u="none" strike="noStrike" cap="none" spc="0" normalizeH="0" baseline="0" dirty="0">
                <a:ln>
                  <a:noFill/>
                </a:ln>
                <a:solidFill>
                  <a:schemeClr val="bg1"/>
                </a:solidFill>
                <a:effectLst/>
                <a:uFillTx/>
                <a:latin typeface="Microsoft YaHei Light" panose="020B0503020204020204" pitchFamily="34" charset="-122"/>
                <a:ea typeface="Microsoft YaHei Light" panose="020B0503020204020204" pitchFamily="34" charset="-122"/>
                <a:cs typeface="+mj-cs"/>
                <a:sym typeface="DengXian"/>
              </a:rPr>
              <a:t> </a:t>
            </a:r>
            <a:r>
              <a:rPr kumimoji="0" lang="en-US" altLang="zh-CN" sz="1000" b="0" i="0" u="none" strike="noStrike" cap="none" spc="0" normalizeH="0" baseline="0" dirty="0">
                <a:ln>
                  <a:noFill/>
                </a:ln>
                <a:solidFill>
                  <a:schemeClr val="bg1"/>
                </a:solidFill>
                <a:effectLst/>
                <a:uFillTx/>
                <a:latin typeface="Microsoft YaHei Light" panose="020B0503020204020204" pitchFamily="34" charset="-122"/>
                <a:ea typeface="Microsoft YaHei Light" panose="020B0503020204020204" pitchFamily="34" charset="-122"/>
                <a:cs typeface="+mj-cs"/>
                <a:sym typeface="DengXian"/>
              </a:rPr>
              <a:t>15/28/38/0</a:t>
            </a:r>
            <a:endParaRPr kumimoji="0" lang="zh-CN" altLang="en-US" sz="1000" b="0" i="0" u="none" strike="noStrike" cap="none" spc="0" normalizeH="0" baseline="0" dirty="0">
              <a:ln>
                <a:noFill/>
              </a:ln>
              <a:solidFill>
                <a:schemeClr val="bg1"/>
              </a:solidFill>
              <a:effectLst/>
              <a:uFillTx/>
              <a:latin typeface="Microsoft YaHei Light" panose="020B0503020204020204" pitchFamily="34" charset="-122"/>
              <a:ea typeface="Microsoft YaHei Light" panose="020B0503020204020204" pitchFamily="34" charset="-122"/>
              <a:sym typeface="DengXian"/>
            </a:endParaRPr>
          </a:p>
        </p:txBody>
      </p:sp>
      <p:sp>
        <p:nvSpPr>
          <p:cNvPr id="26" name="文本框 25">
            <a:extLst>
              <a:ext uri="{FF2B5EF4-FFF2-40B4-BE49-F238E27FC236}">
                <a16:creationId xmlns:a16="http://schemas.microsoft.com/office/drawing/2014/main" id="{D8D600F6-826C-1B49-BD62-56A842B22FAF}"/>
              </a:ext>
            </a:extLst>
          </p:cNvPr>
          <p:cNvSpPr txBox="1"/>
          <p:nvPr userDrawn="1"/>
        </p:nvSpPr>
        <p:spPr>
          <a:xfrm>
            <a:off x="453018" y="5174311"/>
            <a:ext cx="6100354" cy="430887"/>
          </a:xfrm>
          <a:prstGeom prst="rect">
            <a:avLst/>
          </a:prstGeom>
          <a:noFill/>
        </p:spPr>
        <p:txBody>
          <a:bodyPr wrap="square">
            <a:spAutoFit/>
          </a:bodyPr>
          <a:lstStyle/>
          <a:p>
            <a:r>
              <a:rPr lang="zh-CN" altLang="en-US" sz="2200" b="0" dirty="0">
                <a:solidFill>
                  <a:schemeClr val="tx1">
                    <a:lumMod val="85000"/>
                    <a:lumOff val="15000"/>
                  </a:schemeClr>
                </a:solidFill>
                <a:latin typeface="Microsoft YaHei" panose="020B0503020204020204" pitchFamily="34" charset="-122"/>
                <a:ea typeface="Microsoft YaHei" panose="020B0503020204020204" pitchFamily="34" charset="-122"/>
              </a:rPr>
              <a:t>次要辅助色</a:t>
            </a:r>
          </a:p>
        </p:txBody>
      </p:sp>
      <p:sp>
        <p:nvSpPr>
          <p:cNvPr id="27" name="矩形 26">
            <a:extLst>
              <a:ext uri="{FF2B5EF4-FFF2-40B4-BE49-F238E27FC236}">
                <a16:creationId xmlns:a16="http://schemas.microsoft.com/office/drawing/2014/main" id="{551B479F-CF47-EE48-94C7-AC0FB28F9D69}"/>
              </a:ext>
            </a:extLst>
          </p:cNvPr>
          <p:cNvSpPr/>
          <p:nvPr userDrawn="1"/>
        </p:nvSpPr>
        <p:spPr>
          <a:xfrm>
            <a:off x="9730922" y="5058647"/>
            <a:ext cx="1254034" cy="418075"/>
          </a:xfrm>
          <a:prstGeom prst="rect">
            <a:avLst/>
          </a:prstGeom>
          <a:solidFill>
            <a:srgbClr val="9106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p>
        </p:txBody>
      </p:sp>
      <p:sp>
        <p:nvSpPr>
          <p:cNvPr id="28" name="矩形 27">
            <a:extLst>
              <a:ext uri="{FF2B5EF4-FFF2-40B4-BE49-F238E27FC236}">
                <a16:creationId xmlns:a16="http://schemas.microsoft.com/office/drawing/2014/main" id="{8CE98C33-CF47-CD43-8A27-E22EEE0FD8AF}"/>
              </a:ext>
            </a:extLst>
          </p:cNvPr>
          <p:cNvSpPr/>
          <p:nvPr userDrawn="1"/>
        </p:nvSpPr>
        <p:spPr>
          <a:xfrm>
            <a:off x="9729255" y="5490890"/>
            <a:ext cx="1254034" cy="220812"/>
          </a:xfrm>
          <a:prstGeom prst="rect">
            <a:avLst/>
          </a:prstGeom>
          <a:solidFill>
            <a:srgbClr val="BB696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9" name="矩形 28">
            <a:extLst>
              <a:ext uri="{FF2B5EF4-FFF2-40B4-BE49-F238E27FC236}">
                <a16:creationId xmlns:a16="http://schemas.microsoft.com/office/drawing/2014/main" id="{48A856E3-B104-C64A-8F6E-43CD9766E569}"/>
              </a:ext>
            </a:extLst>
          </p:cNvPr>
          <p:cNvSpPr/>
          <p:nvPr userDrawn="1"/>
        </p:nvSpPr>
        <p:spPr>
          <a:xfrm>
            <a:off x="9729255" y="5711702"/>
            <a:ext cx="1254034" cy="220812"/>
          </a:xfrm>
          <a:prstGeom prst="rect">
            <a:avLst/>
          </a:prstGeom>
          <a:solidFill>
            <a:srgbClr val="E8CCC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0" name="矩形 29">
            <a:extLst>
              <a:ext uri="{FF2B5EF4-FFF2-40B4-BE49-F238E27FC236}">
                <a16:creationId xmlns:a16="http://schemas.microsoft.com/office/drawing/2014/main" id="{304277B5-D749-E84C-B296-783AF7AD4935}"/>
              </a:ext>
            </a:extLst>
          </p:cNvPr>
          <p:cNvSpPr/>
          <p:nvPr userDrawn="1"/>
        </p:nvSpPr>
        <p:spPr>
          <a:xfrm>
            <a:off x="2360958" y="5050148"/>
            <a:ext cx="1254034" cy="418075"/>
          </a:xfrm>
          <a:prstGeom prst="rect">
            <a:avLst/>
          </a:prstGeom>
          <a:solidFill>
            <a:srgbClr val="FFA67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1" name="矩形 30">
            <a:extLst>
              <a:ext uri="{FF2B5EF4-FFF2-40B4-BE49-F238E27FC236}">
                <a16:creationId xmlns:a16="http://schemas.microsoft.com/office/drawing/2014/main" id="{013C5F0E-A332-1140-80BC-94B743F7EA58}"/>
              </a:ext>
            </a:extLst>
          </p:cNvPr>
          <p:cNvSpPr/>
          <p:nvPr userDrawn="1"/>
        </p:nvSpPr>
        <p:spPr>
          <a:xfrm>
            <a:off x="2360958" y="5463846"/>
            <a:ext cx="1254034" cy="220812"/>
          </a:xfrm>
          <a:prstGeom prst="rect">
            <a:avLst/>
          </a:prstGeom>
          <a:solidFill>
            <a:srgbClr val="FFC9B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2" name="矩形 31">
            <a:extLst>
              <a:ext uri="{FF2B5EF4-FFF2-40B4-BE49-F238E27FC236}">
                <a16:creationId xmlns:a16="http://schemas.microsoft.com/office/drawing/2014/main" id="{6AD81E20-F632-7C44-B9B0-46231ADB938A}"/>
              </a:ext>
            </a:extLst>
          </p:cNvPr>
          <p:cNvSpPr/>
          <p:nvPr userDrawn="1"/>
        </p:nvSpPr>
        <p:spPr>
          <a:xfrm>
            <a:off x="2360958" y="5660014"/>
            <a:ext cx="1254034" cy="220812"/>
          </a:xfrm>
          <a:prstGeom prst="rect">
            <a:avLst/>
          </a:prstGeom>
          <a:solidFill>
            <a:srgbClr val="FFECE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3" name="矩形 32">
            <a:extLst>
              <a:ext uri="{FF2B5EF4-FFF2-40B4-BE49-F238E27FC236}">
                <a16:creationId xmlns:a16="http://schemas.microsoft.com/office/drawing/2014/main" id="{42CB06A5-25E8-924D-97DC-60E3781F54EF}"/>
              </a:ext>
            </a:extLst>
          </p:cNvPr>
          <p:cNvSpPr/>
          <p:nvPr userDrawn="1"/>
        </p:nvSpPr>
        <p:spPr>
          <a:xfrm>
            <a:off x="3849769" y="5050148"/>
            <a:ext cx="1254034" cy="418075"/>
          </a:xfrm>
          <a:prstGeom prst="rect">
            <a:avLst/>
          </a:prstGeom>
          <a:solidFill>
            <a:srgbClr val="5591D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4" name="矩形 33">
            <a:extLst>
              <a:ext uri="{FF2B5EF4-FFF2-40B4-BE49-F238E27FC236}">
                <a16:creationId xmlns:a16="http://schemas.microsoft.com/office/drawing/2014/main" id="{CB05E50F-33C5-1249-AF5D-394088586212}"/>
              </a:ext>
            </a:extLst>
          </p:cNvPr>
          <p:cNvSpPr/>
          <p:nvPr userDrawn="1"/>
        </p:nvSpPr>
        <p:spPr>
          <a:xfrm>
            <a:off x="3849769" y="5455843"/>
            <a:ext cx="1254034" cy="220812"/>
          </a:xfrm>
          <a:prstGeom prst="rect">
            <a:avLst/>
          </a:prstGeom>
          <a:solidFill>
            <a:srgbClr val="99BEE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5" name="矩形 34">
            <a:extLst>
              <a:ext uri="{FF2B5EF4-FFF2-40B4-BE49-F238E27FC236}">
                <a16:creationId xmlns:a16="http://schemas.microsoft.com/office/drawing/2014/main" id="{2EAA2946-3A1B-A841-ABEB-B0254F7488C9}"/>
              </a:ext>
            </a:extLst>
          </p:cNvPr>
          <p:cNvSpPr/>
          <p:nvPr userDrawn="1"/>
        </p:nvSpPr>
        <p:spPr>
          <a:xfrm>
            <a:off x="3849769" y="5676655"/>
            <a:ext cx="1254034" cy="220812"/>
          </a:xfrm>
          <a:prstGeom prst="rect">
            <a:avLst/>
          </a:prstGeom>
          <a:solidFill>
            <a:srgbClr val="DDE8F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6" name="矩形 35">
            <a:extLst>
              <a:ext uri="{FF2B5EF4-FFF2-40B4-BE49-F238E27FC236}">
                <a16:creationId xmlns:a16="http://schemas.microsoft.com/office/drawing/2014/main" id="{7CDAFA23-2365-CA42-8559-25EE13988B17}"/>
              </a:ext>
            </a:extLst>
          </p:cNvPr>
          <p:cNvSpPr/>
          <p:nvPr userDrawn="1"/>
        </p:nvSpPr>
        <p:spPr>
          <a:xfrm>
            <a:off x="5326894" y="5041514"/>
            <a:ext cx="1254034" cy="418075"/>
          </a:xfrm>
          <a:prstGeom prst="rect">
            <a:avLst/>
          </a:prstGeom>
          <a:solidFill>
            <a:srgbClr val="C0627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7" name="矩形 36">
            <a:extLst>
              <a:ext uri="{FF2B5EF4-FFF2-40B4-BE49-F238E27FC236}">
                <a16:creationId xmlns:a16="http://schemas.microsoft.com/office/drawing/2014/main" id="{324DEF8C-4187-3C44-B927-DA82BB1148DD}"/>
              </a:ext>
            </a:extLst>
          </p:cNvPr>
          <p:cNvSpPr/>
          <p:nvPr userDrawn="1"/>
        </p:nvSpPr>
        <p:spPr>
          <a:xfrm>
            <a:off x="5326894" y="5455798"/>
            <a:ext cx="1254034" cy="220812"/>
          </a:xfrm>
          <a:prstGeom prst="rect">
            <a:avLst/>
          </a:prstGeom>
          <a:solidFill>
            <a:srgbClr val="D8A0A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8" name="矩形 37">
            <a:extLst>
              <a:ext uri="{FF2B5EF4-FFF2-40B4-BE49-F238E27FC236}">
                <a16:creationId xmlns:a16="http://schemas.microsoft.com/office/drawing/2014/main" id="{B37DA527-F4AA-ED47-B982-A8FE00D384BD}"/>
              </a:ext>
            </a:extLst>
          </p:cNvPr>
          <p:cNvSpPr/>
          <p:nvPr userDrawn="1"/>
        </p:nvSpPr>
        <p:spPr>
          <a:xfrm>
            <a:off x="5326894" y="5687899"/>
            <a:ext cx="1254034" cy="220812"/>
          </a:xfrm>
          <a:prstGeom prst="rect">
            <a:avLst/>
          </a:prstGeom>
          <a:solidFill>
            <a:srgbClr val="F2E0E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9" name="矩形 38">
            <a:extLst>
              <a:ext uri="{FF2B5EF4-FFF2-40B4-BE49-F238E27FC236}">
                <a16:creationId xmlns:a16="http://schemas.microsoft.com/office/drawing/2014/main" id="{F4729BBC-4EFC-B347-BFDD-D0513FA8F359}"/>
              </a:ext>
            </a:extLst>
          </p:cNvPr>
          <p:cNvSpPr/>
          <p:nvPr userDrawn="1"/>
        </p:nvSpPr>
        <p:spPr>
          <a:xfrm>
            <a:off x="6804019" y="5030270"/>
            <a:ext cx="1254034" cy="418075"/>
          </a:xfrm>
          <a:prstGeom prst="rect">
            <a:avLst/>
          </a:prstGeom>
          <a:solidFill>
            <a:srgbClr val="67277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40" name="矩形 39">
            <a:extLst>
              <a:ext uri="{FF2B5EF4-FFF2-40B4-BE49-F238E27FC236}">
                <a16:creationId xmlns:a16="http://schemas.microsoft.com/office/drawing/2014/main" id="{9DE3F8E0-A138-F74B-96FE-B379ABFF687E}"/>
              </a:ext>
            </a:extLst>
          </p:cNvPr>
          <p:cNvSpPr/>
          <p:nvPr userDrawn="1"/>
        </p:nvSpPr>
        <p:spPr>
          <a:xfrm>
            <a:off x="6804019" y="5435965"/>
            <a:ext cx="1254034" cy="220812"/>
          </a:xfrm>
          <a:prstGeom prst="rect">
            <a:avLst/>
          </a:prstGeom>
          <a:solidFill>
            <a:srgbClr val="A47EA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41" name="矩形 40">
            <a:extLst>
              <a:ext uri="{FF2B5EF4-FFF2-40B4-BE49-F238E27FC236}">
                <a16:creationId xmlns:a16="http://schemas.microsoft.com/office/drawing/2014/main" id="{6D10336D-9499-2E49-A49A-DA15B630BF71}"/>
              </a:ext>
            </a:extLst>
          </p:cNvPr>
          <p:cNvSpPr/>
          <p:nvPr userDrawn="1"/>
        </p:nvSpPr>
        <p:spPr>
          <a:xfrm>
            <a:off x="6804019" y="5656777"/>
            <a:ext cx="1254034" cy="220812"/>
          </a:xfrm>
          <a:prstGeom prst="rect">
            <a:avLst/>
          </a:prstGeom>
          <a:solidFill>
            <a:srgbClr val="E1D4E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42" name="矩形 41">
            <a:extLst>
              <a:ext uri="{FF2B5EF4-FFF2-40B4-BE49-F238E27FC236}">
                <a16:creationId xmlns:a16="http://schemas.microsoft.com/office/drawing/2014/main" id="{7D8142B9-957E-9942-9EF0-7B8C5E1C9CB4}"/>
              </a:ext>
            </a:extLst>
          </p:cNvPr>
          <p:cNvSpPr/>
          <p:nvPr userDrawn="1"/>
        </p:nvSpPr>
        <p:spPr>
          <a:xfrm>
            <a:off x="8281144" y="5021636"/>
            <a:ext cx="1254034" cy="418075"/>
          </a:xfrm>
          <a:prstGeom prst="rect">
            <a:avLst/>
          </a:prstGeom>
          <a:solidFill>
            <a:srgbClr val="3B217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43" name="矩形 42">
            <a:extLst>
              <a:ext uri="{FF2B5EF4-FFF2-40B4-BE49-F238E27FC236}">
                <a16:creationId xmlns:a16="http://schemas.microsoft.com/office/drawing/2014/main" id="{54BFCCD0-9304-6B43-AC7F-557CD700B3E5}"/>
              </a:ext>
            </a:extLst>
          </p:cNvPr>
          <p:cNvSpPr/>
          <p:nvPr userDrawn="1"/>
        </p:nvSpPr>
        <p:spPr>
          <a:xfrm>
            <a:off x="8281144" y="5447209"/>
            <a:ext cx="1254034" cy="220812"/>
          </a:xfrm>
          <a:prstGeom prst="rect">
            <a:avLst/>
          </a:prstGeom>
          <a:solidFill>
            <a:srgbClr val="8A7AA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44" name="矩形 43">
            <a:extLst>
              <a:ext uri="{FF2B5EF4-FFF2-40B4-BE49-F238E27FC236}">
                <a16:creationId xmlns:a16="http://schemas.microsoft.com/office/drawing/2014/main" id="{A4EDCD24-B086-3E41-801C-1DB6BFBF0281}"/>
              </a:ext>
            </a:extLst>
          </p:cNvPr>
          <p:cNvSpPr/>
          <p:nvPr userDrawn="1"/>
        </p:nvSpPr>
        <p:spPr>
          <a:xfrm>
            <a:off x="8281144" y="5668021"/>
            <a:ext cx="1254034" cy="220812"/>
          </a:xfrm>
          <a:prstGeom prst="rect">
            <a:avLst/>
          </a:prstGeom>
          <a:solidFill>
            <a:srgbClr val="D7D2E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45" name="文本框 44">
            <a:extLst>
              <a:ext uri="{FF2B5EF4-FFF2-40B4-BE49-F238E27FC236}">
                <a16:creationId xmlns:a16="http://schemas.microsoft.com/office/drawing/2014/main" id="{6E7D6CBA-A4FA-554B-B2B0-9CA58C401133}"/>
              </a:ext>
            </a:extLst>
          </p:cNvPr>
          <p:cNvSpPr txBox="1"/>
          <p:nvPr userDrawn="1"/>
        </p:nvSpPr>
        <p:spPr>
          <a:xfrm>
            <a:off x="9714063" y="4949802"/>
            <a:ext cx="1480122" cy="569385"/>
          </a:xfrm>
          <a:prstGeom prst="rect">
            <a:avLst/>
          </a:prstGeom>
          <a:noFill/>
          <a:ln w="12700" cap="flat">
            <a:noFill/>
            <a:miter lim="400000"/>
          </a:ln>
        </p:spPr>
        <p:style>
          <a:lnRef idx="0">
            <a:srgbClr val="FFFFFF"/>
          </a:lnRef>
          <a:fillRef idx="0">
            <a:srgbClr val="FFFFFF"/>
          </a:fillRef>
          <a:effectRef idx="0">
            <a:srgbClr val="FFFFFF"/>
          </a:effectRef>
          <a:fontRef idx="none"/>
        </p:style>
        <p:txBody>
          <a:bodyPr rot="0" spcFirstLastPara="1" vertOverflow="overflow" horzOverflow="overflow" vert="horz" wrap="square" lIns="45719" tIns="45719" rIns="45719" bIns="45719" numCol="1" spcCol="38100" rtlCol="0" anchor="t">
            <a:spAutoFit/>
          </a:bodyPr>
          <a:lstStyle/>
          <a:p>
            <a:pPr marL="0" marR="0" indent="0" defTabSz="914400" rtl="0" fontAlgn="auto" latinLnBrk="0" hangingPunct="0">
              <a:lnSpc>
                <a:spcPct val="100000"/>
              </a:lnSpc>
              <a:spcBef>
                <a:spcPts val="0"/>
              </a:spcBef>
              <a:spcAft>
                <a:spcPts val="0"/>
              </a:spcAft>
              <a:buClrTx/>
              <a:buSzTx/>
              <a:buFontTx/>
              <a:buNone/>
            </a:pPr>
            <a:endParaRPr kumimoji="0" lang="en-US" altLang="zh-CN" sz="1100" b="0" i="0" u="none" strike="noStrike" cap="none" spc="0" normalizeH="0" baseline="0" dirty="0">
              <a:ln>
                <a:noFill/>
              </a:ln>
              <a:solidFill>
                <a:schemeClr val="bg1"/>
              </a:solidFill>
              <a:effectLst/>
              <a:uFillTx/>
              <a:latin typeface="+mj-lt"/>
              <a:ea typeface="+mj-ea"/>
              <a:cs typeface="+mj-cs"/>
              <a:sym typeface="DengXian"/>
            </a:endParaRPr>
          </a:p>
          <a:p>
            <a:pPr marL="0" marR="0" indent="0" defTabSz="914400" rtl="0" fontAlgn="auto" latinLnBrk="0" hangingPunct="0">
              <a:lnSpc>
                <a:spcPct val="100000"/>
              </a:lnSpc>
              <a:spcBef>
                <a:spcPts val="0"/>
              </a:spcBef>
              <a:spcAft>
                <a:spcPts val="0"/>
              </a:spcAft>
              <a:buClrTx/>
              <a:buSzTx/>
              <a:buFontTx/>
              <a:buNone/>
            </a:pPr>
            <a:r>
              <a:rPr lang="en-US" altLang="zh-CN" sz="1000" b="0" i="0" dirty="0">
                <a:solidFill>
                  <a:schemeClr val="bg1"/>
                </a:solidFill>
                <a:latin typeface="Microsoft YaHei Light" panose="020B0503020204020204" pitchFamily="34" charset="-122"/>
                <a:ea typeface="Microsoft YaHei Light" panose="020B0503020204020204" pitchFamily="34" charset="-122"/>
              </a:rPr>
              <a:t>RGB:</a:t>
            </a:r>
            <a:r>
              <a:rPr lang="zh-CN" altLang="en-US" sz="1000" b="0" i="0" dirty="0">
                <a:solidFill>
                  <a:schemeClr val="bg1"/>
                </a:solidFill>
                <a:latin typeface="Microsoft YaHei Light" panose="020B0503020204020204" pitchFamily="34" charset="-122"/>
                <a:ea typeface="Microsoft YaHei Light" panose="020B0503020204020204" pitchFamily="34" charset="-122"/>
              </a:rPr>
              <a:t> </a:t>
            </a:r>
            <a:r>
              <a:rPr lang="en-US" altLang="zh-CN" sz="1000" b="0" i="0" dirty="0">
                <a:solidFill>
                  <a:schemeClr val="bg1"/>
                </a:solidFill>
                <a:latin typeface="Microsoft YaHei Light" panose="020B0503020204020204" pitchFamily="34" charset="-122"/>
                <a:ea typeface="Microsoft YaHei Light" panose="020B0503020204020204" pitchFamily="34" charset="-122"/>
              </a:rPr>
              <a:t>147</a:t>
            </a:r>
            <a:r>
              <a:rPr kumimoji="0" lang="en-US" altLang="zh-CN" sz="1000" b="0" i="0" u="none" strike="noStrike" kern="1200" cap="none" spc="0" normalizeH="0" baseline="0" dirty="0">
                <a:ln>
                  <a:noFill/>
                </a:ln>
                <a:solidFill>
                  <a:schemeClr val="bg1"/>
                </a:solidFill>
                <a:effectLst/>
                <a:uFillTx/>
                <a:latin typeface="Microsoft YaHei Light" panose="020B0503020204020204" pitchFamily="34" charset="-122"/>
                <a:ea typeface="Microsoft YaHei Light" panose="020B0503020204020204" pitchFamily="34" charset="-122"/>
                <a:cs typeface="+mn-cs"/>
                <a:sym typeface="DengXian"/>
              </a:rPr>
              <a:t>/7/</a:t>
            </a:r>
            <a:r>
              <a:rPr lang="en-US" altLang="zh-CN" sz="1000" b="0" i="0" dirty="0">
                <a:solidFill>
                  <a:schemeClr val="bg1"/>
                </a:solidFill>
                <a:latin typeface="Microsoft YaHei Light" panose="020B0503020204020204" pitchFamily="34" charset="-122"/>
                <a:ea typeface="Microsoft YaHei Light" panose="020B0503020204020204" pitchFamily="34" charset="-122"/>
              </a:rPr>
              <a:t>0</a:t>
            </a:r>
          </a:p>
          <a:p>
            <a:pPr marL="0" marR="0" indent="0" defTabSz="914400" rtl="0" fontAlgn="auto" latinLnBrk="0" hangingPunct="0">
              <a:lnSpc>
                <a:spcPct val="100000"/>
              </a:lnSpc>
              <a:spcBef>
                <a:spcPts val="0"/>
              </a:spcBef>
              <a:spcAft>
                <a:spcPts val="0"/>
              </a:spcAft>
              <a:buClrTx/>
              <a:buSzTx/>
              <a:buFontTx/>
              <a:buNone/>
            </a:pPr>
            <a:r>
              <a:rPr kumimoji="0" lang="en-US" altLang="zh-CN" sz="1000" b="0" i="0" u="none" strike="noStrike" cap="none" spc="0" normalizeH="0" baseline="0" dirty="0">
                <a:ln>
                  <a:noFill/>
                </a:ln>
                <a:solidFill>
                  <a:schemeClr val="bg1"/>
                </a:solidFill>
                <a:effectLst/>
                <a:uFillTx/>
                <a:latin typeface="Microsoft YaHei Light" panose="020B0503020204020204" pitchFamily="34" charset="-122"/>
                <a:ea typeface="Microsoft YaHei Light" panose="020B0503020204020204" pitchFamily="34" charset="-122"/>
                <a:cs typeface="+mj-cs"/>
                <a:sym typeface="DengXian"/>
              </a:rPr>
              <a:t>CMYK:</a:t>
            </a:r>
            <a:r>
              <a:rPr kumimoji="0" lang="zh-CN" altLang="en-US" sz="1000" b="0" i="0" u="none" strike="noStrike" cap="none" spc="0" normalizeH="0" baseline="0" dirty="0">
                <a:ln>
                  <a:noFill/>
                </a:ln>
                <a:solidFill>
                  <a:schemeClr val="bg1"/>
                </a:solidFill>
                <a:effectLst/>
                <a:uFillTx/>
                <a:latin typeface="Microsoft YaHei Light" panose="020B0503020204020204" pitchFamily="34" charset="-122"/>
                <a:ea typeface="Microsoft YaHei Light" panose="020B0503020204020204" pitchFamily="34" charset="-122"/>
                <a:cs typeface="+mj-cs"/>
                <a:sym typeface="DengXian"/>
              </a:rPr>
              <a:t> </a:t>
            </a:r>
            <a:r>
              <a:rPr kumimoji="0" lang="en-US" altLang="zh-CN" sz="1000" b="0" i="0" u="none" strike="noStrike" cap="none" spc="0" normalizeH="0" baseline="0" dirty="0">
                <a:ln>
                  <a:noFill/>
                </a:ln>
                <a:solidFill>
                  <a:schemeClr val="bg1"/>
                </a:solidFill>
                <a:effectLst/>
                <a:uFillTx/>
                <a:latin typeface="Microsoft YaHei Light" panose="020B0503020204020204" pitchFamily="34" charset="-122"/>
                <a:ea typeface="Microsoft YaHei Light" panose="020B0503020204020204" pitchFamily="34" charset="-122"/>
                <a:cs typeface="+mj-cs"/>
                <a:sym typeface="DengXian"/>
              </a:rPr>
              <a:t>46/100/100/17</a:t>
            </a:r>
            <a:endParaRPr kumimoji="0" lang="zh-CN" altLang="en-US" sz="1000" b="0" i="0" u="none" strike="noStrike" cap="none" spc="0" normalizeH="0" baseline="0" dirty="0">
              <a:ln>
                <a:noFill/>
              </a:ln>
              <a:solidFill>
                <a:schemeClr val="bg1"/>
              </a:solidFill>
              <a:effectLst/>
              <a:uFillTx/>
              <a:latin typeface="Microsoft YaHei Light" panose="020B0503020204020204" pitchFamily="34" charset="-122"/>
              <a:ea typeface="Microsoft YaHei Light" panose="020B0503020204020204" pitchFamily="34" charset="-122"/>
              <a:sym typeface="DengXian"/>
            </a:endParaRPr>
          </a:p>
        </p:txBody>
      </p:sp>
      <p:sp>
        <p:nvSpPr>
          <p:cNvPr id="46" name="文本框 45">
            <a:extLst>
              <a:ext uri="{FF2B5EF4-FFF2-40B4-BE49-F238E27FC236}">
                <a16:creationId xmlns:a16="http://schemas.microsoft.com/office/drawing/2014/main" id="{480A86F5-5A5B-7E4D-8B17-FE0C44B6BFBA}"/>
              </a:ext>
            </a:extLst>
          </p:cNvPr>
          <p:cNvSpPr txBox="1"/>
          <p:nvPr userDrawn="1"/>
        </p:nvSpPr>
        <p:spPr>
          <a:xfrm>
            <a:off x="2345766" y="4923389"/>
            <a:ext cx="1480122" cy="553996"/>
          </a:xfrm>
          <a:prstGeom prst="rect">
            <a:avLst/>
          </a:prstGeom>
          <a:noFill/>
          <a:ln w="12700" cap="flat">
            <a:noFill/>
            <a:miter lim="400000"/>
          </a:ln>
        </p:spPr>
        <p:style>
          <a:lnRef idx="0">
            <a:srgbClr val="FFFFFF"/>
          </a:lnRef>
          <a:fillRef idx="0">
            <a:srgbClr val="FFFFFF"/>
          </a:fillRef>
          <a:effectRef idx="0">
            <a:srgbClr val="FFFFFF"/>
          </a:effectRef>
          <a:fontRef idx="none"/>
        </p:style>
        <p:txBody>
          <a:bodyPr rot="0" spcFirstLastPara="1" vertOverflow="overflow" horzOverflow="overflow" vert="horz" wrap="square" lIns="45719" tIns="45719" rIns="45719" bIns="45719" numCol="1" spcCol="38100" rtlCol="0" anchor="t">
            <a:spAutoFit/>
          </a:bodyPr>
          <a:lstStyle/>
          <a:p>
            <a:pPr marL="0" marR="0" indent="0" defTabSz="914400" rtl="0" fontAlgn="auto" latinLnBrk="0" hangingPunct="0">
              <a:lnSpc>
                <a:spcPct val="100000"/>
              </a:lnSpc>
              <a:spcBef>
                <a:spcPts val="0"/>
              </a:spcBef>
              <a:spcAft>
                <a:spcPts val="0"/>
              </a:spcAft>
              <a:buClrTx/>
              <a:buSzTx/>
              <a:buFontTx/>
              <a:buNone/>
            </a:pPr>
            <a:endParaRPr kumimoji="0" lang="en-US" altLang="zh-CN" sz="1000" b="0" i="0" u="none" strike="noStrike" cap="none" spc="0" normalizeH="0" baseline="0" dirty="0">
              <a:ln>
                <a:noFill/>
              </a:ln>
              <a:solidFill>
                <a:schemeClr val="bg1"/>
              </a:solidFill>
              <a:effectLst/>
              <a:uFillTx/>
              <a:latin typeface="Microsoft YaHei Light" panose="020B0503020204020204" pitchFamily="34" charset="-122"/>
              <a:ea typeface="Microsoft YaHei Light" panose="020B0503020204020204" pitchFamily="34" charset="-122"/>
              <a:cs typeface="+mj-cs"/>
              <a:sym typeface="DengXian"/>
            </a:endParaRPr>
          </a:p>
          <a:p>
            <a:pPr marL="0" marR="0" indent="0" defTabSz="914400" rtl="0" fontAlgn="auto" latinLnBrk="0" hangingPunct="0">
              <a:lnSpc>
                <a:spcPct val="100000"/>
              </a:lnSpc>
              <a:spcBef>
                <a:spcPts val="0"/>
              </a:spcBef>
              <a:spcAft>
                <a:spcPts val="0"/>
              </a:spcAft>
              <a:buClrTx/>
              <a:buSzTx/>
              <a:buFontTx/>
              <a:buNone/>
            </a:pPr>
            <a:r>
              <a:rPr lang="en-US" altLang="zh-CN" sz="1000" b="0" i="0" dirty="0">
                <a:solidFill>
                  <a:schemeClr val="bg1"/>
                </a:solidFill>
                <a:latin typeface="Microsoft YaHei Light" panose="020B0503020204020204" pitchFamily="34" charset="-122"/>
                <a:ea typeface="Microsoft YaHei Light" panose="020B0503020204020204" pitchFamily="34" charset="-122"/>
              </a:rPr>
              <a:t>RGB:</a:t>
            </a:r>
            <a:r>
              <a:rPr lang="zh-CN" altLang="en-US" sz="1000" b="0" i="0" dirty="0">
                <a:solidFill>
                  <a:schemeClr val="bg1"/>
                </a:solidFill>
                <a:latin typeface="Microsoft YaHei Light" panose="020B0503020204020204" pitchFamily="34" charset="-122"/>
                <a:ea typeface="Microsoft YaHei Light" panose="020B0503020204020204" pitchFamily="34" charset="-122"/>
              </a:rPr>
              <a:t> </a:t>
            </a:r>
            <a:r>
              <a:rPr lang="en-US" altLang="zh-CN" sz="1000" b="0" i="0" dirty="0">
                <a:solidFill>
                  <a:schemeClr val="bg1"/>
                </a:solidFill>
                <a:latin typeface="Microsoft YaHei Light" panose="020B0503020204020204" pitchFamily="34" charset="-122"/>
                <a:ea typeface="Microsoft YaHei Light" panose="020B0503020204020204" pitchFamily="34" charset="-122"/>
              </a:rPr>
              <a:t>255/166/121</a:t>
            </a:r>
          </a:p>
          <a:p>
            <a:pPr marL="0" marR="0" indent="0" defTabSz="914400" rtl="0" fontAlgn="auto" latinLnBrk="0" hangingPunct="0">
              <a:lnSpc>
                <a:spcPct val="100000"/>
              </a:lnSpc>
              <a:spcBef>
                <a:spcPts val="0"/>
              </a:spcBef>
              <a:spcAft>
                <a:spcPts val="0"/>
              </a:spcAft>
              <a:buClrTx/>
              <a:buSzTx/>
              <a:buFontTx/>
              <a:buNone/>
            </a:pPr>
            <a:r>
              <a:rPr kumimoji="0" lang="en-US" altLang="zh-CN" sz="1000" b="0" i="0" u="none" strike="noStrike" cap="none" spc="0" normalizeH="0" baseline="0" dirty="0">
                <a:ln>
                  <a:noFill/>
                </a:ln>
                <a:solidFill>
                  <a:schemeClr val="bg1"/>
                </a:solidFill>
                <a:effectLst/>
                <a:uFillTx/>
                <a:latin typeface="Microsoft YaHei Light" panose="020B0503020204020204" pitchFamily="34" charset="-122"/>
                <a:ea typeface="Microsoft YaHei Light" panose="020B0503020204020204" pitchFamily="34" charset="-122"/>
                <a:cs typeface="+mj-cs"/>
                <a:sym typeface="DengXian"/>
              </a:rPr>
              <a:t>CMYK:</a:t>
            </a:r>
            <a:r>
              <a:rPr kumimoji="0" lang="zh-CN" altLang="en-US" sz="1000" b="0" i="0" u="none" strike="noStrike" cap="none" spc="0" normalizeH="0" baseline="0" dirty="0">
                <a:ln>
                  <a:noFill/>
                </a:ln>
                <a:solidFill>
                  <a:schemeClr val="bg1"/>
                </a:solidFill>
                <a:effectLst/>
                <a:uFillTx/>
                <a:latin typeface="Microsoft YaHei Light" panose="020B0503020204020204" pitchFamily="34" charset="-122"/>
                <a:ea typeface="Microsoft YaHei Light" panose="020B0503020204020204" pitchFamily="34" charset="-122"/>
                <a:cs typeface="+mj-cs"/>
                <a:sym typeface="DengXian"/>
              </a:rPr>
              <a:t> </a:t>
            </a:r>
            <a:r>
              <a:rPr kumimoji="0" lang="en-US" altLang="zh-CN" sz="1000" b="0" i="0" u="none" strike="noStrike" cap="none" spc="0" normalizeH="0" baseline="0" dirty="0">
                <a:ln>
                  <a:noFill/>
                </a:ln>
                <a:solidFill>
                  <a:schemeClr val="bg1"/>
                </a:solidFill>
                <a:effectLst/>
                <a:uFillTx/>
                <a:latin typeface="Microsoft YaHei Light" panose="020B0503020204020204" pitchFamily="34" charset="-122"/>
                <a:ea typeface="Microsoft YaHei Light" panose="020B0503020204020204" pitchFamily="34" charset="-122"/>
                <a:cs typeface="+mj-cs"/>
                <a:sym typeface="DengXian"/>
              </a:rPr>
              <a:t>0/50/50/0</a:t>
            </a:r>
            <a:endParaRPr kumimoji="0" lang="zh-CN" altLang="en-US" sz="1000" b="0" i="0" u="none" strike="noStrike" cap="none" spc="0" normalizeH="0" baseline="0" dirty="0">
              <a:ln>
                <a:noFill/>
              </a:ln>
              <a:solidFill>
                <a:schemeClr val="bg1"/>
              </a:solidFill>
              <a:effectLst/>
              <a:uFillTx/>
              <a:latin typeface="Microsoft YaHei Light" panose="020B0503020204020204" pitchFamily="34" charset="-122"/>
              <a:ea typeface="Microsoft YaHei Light" panose="020B0503020204020204" pitchFamily="34" charset="-122"/>
              <a:sym typeface="DengXian"/>
            </a:endParaRPr>
          </a:p>
        </p:txBody>
      </p:sp>
      <p:sp>
        <p:nvSpPr>
          <p:cNvPr id="47" name="文本框 46">
            <a:extLst>
              <a:ext uri="{FF2B5EF4-FFF2-40B4-BE49-F238E27FC236}">
                <a16:creationId xmlns:a16="http://schemas.microsoft.com/office/drawing/2014/main" id="{EBDFF69B-2D6B-AC42-99B5-84FF3F5F47F6}"/>
              </a:ext>
            </a:extLst>
          </p:cNvPr>
          <p:cNvSpPr txBox="1"/>
          <p:nvPr userDrawn="1"/>
        </p:nvSpPr>
        <p:spPr>
          <a:xfrm>
            <a:off x="3822891" y="4923389"/>
            <a:ext cx="1480122" cy="553996"/>
          </a:xfrm>
          <a:prstGeom prst="rect">
            <a:avLst/>
          </a:prstGeom>
          <a:noFill/>
          <a:ln w="12700" cap="flat">
            <a:noFill/>
            <a:miter lim="400000"/>
          </a:ln>
        </p:spPr>
        <p:style>
          <a:lnRef idx="0">
            <a:srgbClr val="FFFFFF"/>
          </a:lnRef>
          <a:fillRef idx="0">
            <a:srgbClr val="FFFFFF"/>
          </a:fillRef>
          <a:effectRef idx="0">
            <a:srgbClr val="FFFFFF"/>
          </a:effectRef>
          <a:fontRef idx="none"/>
        </p:style>
        <p:txBody>
          <a:bodyPr rot="0" spcFirstLastPara="1" vertOverflow="overflow" horzOverflow="overflow" vert="horz" wrap="square" lIns="45719" tIns="45719" rIns="45719" bIns="45719" numCol="1" spcCol="38100" rtlCol="0" anchor="t">
            <a:spAutoFit/>
          </a:bodyPr>
          <a:lstStyle/>
          <a:p>
            <a:pPr marL="0" marR="0" indent="0" defTabSz="914400" rtl="0" fontAlgn="auto" latinLnBrk="0" hangingPunct="0">
              <a:lnSpc>
                <a:spcPct val="100000"/>
              </a:lnSpc>
              <a:spcBef>
                <a:spcPts val="0"/>
              </a:spcBef>
              <a:spcAft>
                <a:spcPts val="0"/>
              </a:spcAft>
              <a:buClrTx/>
              <a:buSzTx/>
              <a:buFontTx/>
              <a:buNone/>
            </a:pPr>
            <a:endParaRPr kumimoji="0" lang="en-US" altLang="zh-CN" sz="1000" b="0" i="0" u="none" strike="noStrike" cap="none" spc="0" normalizeH="0" baseline="0" dirty="0">
              <a:ln>
                <a:noFill/>
              </a:ln>
              <a:solidFill>
                <a:schemeClr val="bg1"/>
              </a:solidFill>
              <a:effectLst/>
              <a:uFillTx/>
              <a:latin typeface="Microsoft YaHei Light" panose="020B0503020204020204" pitchFamily="34" charset="-122"/>
              <a:ea typeface="Microsoft YaHei Light" panose="020B0503020204020204" pitchFamily="34" charset="-122"/>
              <a:cs typeface="+mj-cs"/>
              <a:sym typeface="DengXian"/>
            </a:endParaRPr>
          </a:p>
          <a:p>
            <a:pPr marL="0" marR="0" indent="0" defTabSz="914400" rtl="0" fontAlgn="auto" latinLnBrk="0" hangingPunct="0">
              <a:lnSpc>
                <a:spcPct val="100000"/>
              </a:lnSpc>
              <a:spcBef>
                <a:spcPts val="0"/>
              </a:spcBef>
              <a:spcAft>
                <a:spcPts val="0"/>
              </a:spcAft>
              <a:buClrTx/>
              <a:buSzTx/>
              <a:buFontTx/>
              <a:buNone/>
            </a:pPr>
            <a:r>
              <a:rPr lang="en-US" altLang="zh-CN" sz="1000" b="0" i="0" dirty="0">
                <a:solidFill>
                  <a:schemeClr val="bg1"/>
                </a:solidFill>
                <a:latin typeface="Microsoft YaHei Light" panose="020B0503020204020204" pitchFamily="34" charset="-122"/>
                <a:ea typeface="Microsoft YaHei Light" panose="020B0503020204020204" pitchFamily="34" charset="-122"/>
              </a:rPr>
              <a:t>RGB:</a:t>
            </a:r>
            <a:r>
              <a:rPr lang="zh-CN" altLang="en-US" sz="1000" b="0" i="0" dirty="0">
                <a:solidFill>
                  <a:schemeClr val="bg1"/>
                </a:solidFill>
                <a:latin typeface="Microsoft YaHei Light" panose="020B0503020204020204" pitchFamily="34" charset="-122"/>
                <a:ea typeface="Microsoft YaHei Light" panose="020B0503020204020204" pitchFamily="34" charset="-122"/>
              </a:rPr>
              <a:t> </a:t>
            </a:r>
            <a:r>
              <a:rPr lang="en-US" altLang="zh-CN" sz="1000" b="0" i="0" dirty="0">
                <a:solidFill>
                  <a:schemeClr val="bg1"/>
                </a:solidFill>
                <a:latin typeface="Microsoft YaHei Light" panose="020B0503020204020204" pitchFamily="34" charset="-122"/>
                <a:ea typeface="Microsoft YaHei Light" panose="020B0503020204020204" pitchFamily="34" charset="-122"/>
              </a:rPr>
              <a:t>85/146/220</a:t>
            </a:r>
          </a:p>
          <a:p>
            <a:pPr marL="0" marR="0" indent="0" defTabSz="914400" rtl="0" fontAlgn="auto" latinLnBrk="0" hangingPunct="0">
              <a:lnSpc>
                <a:spcPct val="100000"/>
              </a:lnSpc>
              <a:spcBef>
                <a:spcPts val="0"/>
              </a:spcBef>
              <a:spcAft>
                <a:spcPts val="0"/>
              </a:spcAft>
              <a:buClrTx/>
              <a:buSzTx/>
              <a:buFontTx/>
              <a:buNone/>
            </a:pPr>
            <a:r>
              <a:rPr kumimoji="0" lang="en-US" altLang="zh-CN" sz="1000" b="0" i="0" u="none" strike="noStrike" cap="none" spc="0" normalizeH="0" baseline="0" dirty="0">
                <a:ln>
                  <a:noFill/>
                </a:ln>
                <a:solidFill>
                  <a:schemeClr val="bg1"/>
                </a:solidFill>
                <a:effectLst/>
                <a:uFillTx/>
                <a:latin typeface="Microsoft YaHei Light" panose="020B0503020204020204" pitchFamily="34" charset="-122"/>
                <a:ea typeface="Microsoft YaHei Light" panose="020B0503020204020204" pitchFamily="34" charset="-122"/>
                <a:cs typeface="+mj-cs"/>
                <a:sym typeface="DengXian"/>
              </a:rPr>
              <a:t>CMYK:</a:t>
            </a:r>
            <a:r>
              <a:rPr kumimoji="0" lang="zh-CN" altLang="en-US" sz="1000" b="0" i="0" u="none" strike="noStrike" cap="none" spc="0" normalizeH="0" baseline="0" dirty="0">
                <a:ln>
                  <a:noFill/>
                </a:ln>
                <a:solidFill>
                  <a:schemeClr val="bg1"/>
                </a:solidFill>
                <a:effectLst/>
                <a:uFillTx/>
                <a:latin typeface="Microsoft YaHei Light" panose="020B0503020204020204" pitchFamily="34" charset="-122"/>
                <a:ea typeface="Microsoft YaHei Light" panose="020B0503020204020204" pitchFamily="34" charset="-122"/>
                <a:cs typeface="+mj-cs"/>
                <a:sym typeface="DengXian"/>
              </a:rPr>
              <a:t> </a:t>
            </a:r>
            <a:r>
              <a:rPr kumimoji="0" lang="en-US" altLang="zh-CN" sz="1000" b="0" i="0" u="none" strike="noStrike" cap="none" spc="0" normalizeH="0" baseline="0" dirty="0">
                <a:ln>
                  <a:noFill/>
                </a:ln>
                <a:solidFill>
                  <a:schemeClr val="bg1"/>
                </a:solidFill>
                <a:effectLst/>
                <a:uFillTx/>
                <a:latin typeface="Microsoft YaHei Light" panose="020B0503020204020204" pitchFamily="34" charset="-122"/>
                <a:ea typeface="Microsoft YaHei Light" panose="020B0503020204020204" pitchFamily="34" charset="-122"/>
                <a:cs typeface="+mj-cs"/>
                <a:sym typeface="DengXian"/>
              </a:rPr>
              <a:t>68/37/0/0</a:t>
            </a:r>
            <a:endParaRPr kumimoji="0" lang="zh-CN" altLang="en-US" sz="1000" b="0" i="0" u="none" strike="noStrike" cap="none" spc="0" normalizeH="0" baseline="0" dirty="0">
              <a:ln>
                <a:noFill/>
              </a:ln>
              <a:solidFill>
                <a:schemeClr val="bg1"/>
              </a:solidFill>
              <a:effectLst/>
              <a:uFillTx/>
              <a:latin typeface="Microsoft YaHei Light" panose="020B0503020204020204" pitchFamily="34" charset="-122"/>
              <a:ea typeface="Microsoft YaHei Light" panose="020B0503020204020204" pitchFamily="34" charset="-122"/>
              <a:sym typeface="DengXian"/>
            </a:endParaRPr>
          </a:p>
        </p:txBody>
      </p:sp>
      <p:sp>
        <p:nvSpPr>
          <p:cNvPr id="48" name="文本框 47">
            <a:extLst>
              <a:ext uri="{FF2B5EF4-FFF2-40B4-BE49-F238E27FC236}">
                <a16:creationId xmlns:a16="http://schemas.microsoft.com/office/drawing/2014/main" id="{8B6DEF1E-023E-F249-B27B-C5F6B90F7F27}"/>
              </a:ext>
            </a:extLst>
          </p:cNvPr>
          <p:cNvSpPr txBox="1"/>
          <p:nvPr userDrawn="1"/>
        </p:nvSpPr>
        <p:spPr>
          <a:xfrm>
            <a:off x="5316312" y="4921467"/>
            <a:ext cx="1480122" cy="569385"/>
          </a:xfrm>
          <a:prstGeom prst="rect">
            <a:avLst/>
          </a:prstGeom>
          <a:noFill/>
          <a:ln w="12700" cap="flat">
            <a:noFill/>
            <a:miter lim="400000"/>
          </a:ln>
        </p:spPr>
        <p:style>
          <a:lnRef idx="0">
            <a:srgbClr val="FFFFFF"/>
          </a:lnRef>
          <a:fillRef idx="0">
            <a:srgbClr val="FFFFFF"/>
          </a:fillRef>
          <a:effectRef idx="0">
            <a:srgbClr val="FFFFFF"/>
          </a:effectRef>
          <a:fontRef idx="none"/>
        </p:style>
        <p:txBody>
          <a:bodyPr rot="0" spcFirstLastPara="1" vertOverflow="overflow" horzOverflow="overflow" vert="horz" wrap="square" lIns="45719" tIns="45719" rIns="45719" bIns="45719" numCol="1" spcCol="38100" rtlCol="0" anchor="t">
            <a:spAutoFit/>
          </a:bodyPr>
          <a:lstStyle/>
          <a:p>
            <a:pPr marL="0" marR="0" indent="0" defTabSz="914400" rtl="0" fontAlgn="auto" latinLnBrk="0" hangingPunct="0">
              <a:lnSpc>
                <a:spcPct val="100000"/>
              </a:lnSpc>
              <a:spcBef>
                <a:spcPts val="0"/>
              </a:spcBef>
              <a:spcAft>
                <a:spcPts val="0"/>
              </a:spcAft>
              <a:buClrTx/>
              <a:buSzTx/>
              <a:buFontTx/>
              <a:buNone/>
            </a:pPr>
            <a:endParaRPr kumimoji="0" lang="en-US" altLang="zh-CN" sz="1100" b="0" i="0" u="none" strike="noStrike" cap="none" spc="0" normalizeH="0" baseline="0" dirty="0">
              <a:ln>
                <a:noFill/>
              </a:ln>
              <a:solidFill>
                <a:schemeClr val="bg1"/>
              </a:solidFill>
              <a:effectLst/>
              <a:uFillTx/>
              <a:latin typeface="+mj-lt"/>
              <a:ea typeface="+mj-ea"/>
              <a:cs typeface="+mj-cs"/>
              <a:sym typeface="DengXian"/>
            </a:endParaRPr>
          </a:p>
          <a:p>
            <a:pPr marL="0" marR="0" indent="0" defTabSz="914400" rtl="0" fontAlgn="auto" latinLnBrk="0" hangingPunct="0">
              <a:lnSpc>
                <a:spcPct val="100000"/>
              </a:lnSpc>
              <a:spcBef>
                <a:spcPts val="0"/>
              </a:spcBef>
              <a:spcAft>
                <a:spcPts val="0"/>
              </a:spcAft>
              <a:buClrTx/>
              <a:buSzTx/>
              <a:buFontTx/>
              <a:buNone/>
            </a:pPr>
            <a:r>
              <a:rPr lang="en-US" altLang="zh-CN" sz="1000" b="0" i="0" dirty="0">
                <a:solidFill>
                  <a:schemeClr val="bg1"/>
                </a:solidFill>
                <a:latin typeface="Microsoft YaHei Light" panose="020B0503020204020204" pitchFamily="34" charset="-122"/>
                <a:ea typeface="Microsoft YaHei Light" panose="020B0503020204020204" pitchFamily="34" charset="-122"/>
              </a:rPr>
              <a:t>RGB:</a:t>
            </a:r>
            <a:r>
              <a:rPr lang="zh-CN" altLang="en-US" sz="1000" b="0" i="0" dirty="0">
                <a:solidFill>
                  <a:schemeClr val="bg1"/>
                </a:solidFill>
                <a:latin typeface="Microsoft YaHei Light" panose="020B0503020204020204" pitchFamily="34" charset="-122"/>
                <a:ea typeface="Microsoft YaHei Light" panose="020B0503020204020204" pitchFamily="34" charset="-122"/>
              </a:rPr>
              <a:t> </a:t>
            </a:r>
            <a:r>
              <a:rPr lang="en-US" altLang="zh-CN" sz="1000" b="0" i="0" dirty="0">
                <a:solidFill>
                  <a:schemeClr val="bg1"/>
                </a:solidFill>
                <a:latin typeface="Microsoft YaHei Light" panose="020B0503020204020204" pitchFamily="34" charset="-122"/>
                <a:ea typeface="Microsoft YaHei Light" panose="020B0503020204020204" pitchFamily="34" charset="-122"/>
              </a:rPr>
              <a:t>192</a:t>
            </a:r>
            <a:r>
              <a:rPr kumimoji="0" lang="en-US" altLang="zh-CN" sz="1000" b="0" i="0" u="none" strike="noStrike" kern="1200" cap="none" spc="0" normalizeH="0" baseline="0" dirty="0">
                <a:ln>
                  <a:noFill/>
                </a:ln>
                <a:solidFill>
                  <a:schemeClr val="bg1"/>
                </a:solidFill>
                <a:effectLst/>
                <a:uFillTx/>
                <a:latin typeface="Microsoft YaHei Light" panose="020B0503020204020204" pitchFamily="34" charset="-122"/>
                <a:ea typeface="Microsoft YaHei Light" panose="020B0503020204020204" pitchFamily="34" charset="-122"/>
                <a:cs typeface="+mn-cs"/>
                <a:sym typeface="DengXian"/>
              </a:rPr>
              <a:t>/99/12</a:t>
            </a:r>
            <a:r>
              <a:rPr lang="en-US" altLang="zh-CN" sz="1000" b="0" i="0" dirty="0">
                <a:solidFill>
                  <a:schemeClr val="bg1"/>
                </a:solidFill>
                <a:latin typeface="Microsoft YaHei Light" panose="020B0503020204020204" pitchFamily="34" charset="-122"/>
                <a:ea typeface="Microsoft YaHei Light" panose="020B0503020204020204" pitchFamily="34" charset="-122"/>
              </a:rPr>
              <a:t>0</a:t>
            </a:r>
          </a:p>
          <a:p>
            <a:pPr marL="0" marR="0" indent="0" defTabSz="914400" rtl="0" fontAlgn="auto" latinLnBrk="0" hangingPunct="0">
              <a:lnSpc>
                <a:spcPct val="100000"/>
              </a:lnSpc>
              <a:spcBef>
                <a:spcPts val="0"/>
              </a:spcBef>
              <a:spcAft>
                <a:spcPts val="0"/>
              </a:spcAft>
              <a:buClrTx/>
              <a:buSzTx/>
              <a:buFontTx/>
              <a:buNone/>
            </a:pPr>
            <a:r>
              <a:rPr kumimoji="0" lang="en-US" altLang="zh-CN" sz="1000" b="0" i="0" u="none" strike="noStrike" cap="none" spc="0" normalizeH="0" baseline="0" dirty="0">
                <a:ln>
                  <a:noFill/>
                </a:ln>
                <a:solidFill>
                  <a:schemeClr val="bg1"/>
                </a:solidFill>
                <a:effectLst/>
                <a:uFillTx/>
                <a:latin typeface="Microsoft YaHei Light" panose="020B0503020204020204" pitchFamily="34" charset="-122"/>
                <a:ea typeface="Microsoft YaHei Light" panose="020B0503020204020204" pitchFamily="34" charset="-122"/>
                <a:cs typeface="+mj-cs"/>
                <a:sym typeface="DengXian"/>
              </a:rPr>
              <a:t>CMYK:</a:t>
            </a:r>
            <a:r>
              <a:rPr kumimoji="0" lang="zh-CN" altLang="en-US" sz="1000" b="0" i="0" u="none" strike="noStrike" cap="none" spc="0" normalizeH="0" baseline="0" dirty="0">
                <a:ln>
                  <a:noFill/>
                </a:ln>
                <a:solidFill>
                  <a:schemeClr val="bg1"/>
                </a:solidFill>
                <a:effectLst/>
                <a:uFillTx/>
                <a:latin typeface="Microsoft YaHei Light" panose="020B0503020204020204" pitchFamily="34" charset="-122"/>
                <a:ea typeface="Microsoft YaHei Light" panose="020B0503020204020204" pitchFamily="34" charset="-122"/>
                <a:cs typeface="+mj-cs"/>
                <a:sym typeface="DengXian"/>
              </a:rPr>
              <a:t> </a:t>
            </a:r>
            <a:r>
              <a:rPr kumimoji="0" lang="en-US" altLang="zh-CN" sz="1000" b="0" i="0" u="none" strike="noStrike" cap="none" spc="0" normalizeH="0" baseline="0" dirty="0">
                <a:ln>
                  <a:noFill/>
                </a:ln>
                <a:solidFill>
                  <a:schemeClr val="bg1"/>
                </a:solidFill>
                <a:effectLst/>
                <a:uFillTx/>
                <a:latin typeface="Microsoft YaHei Light" panose="020B0503020204020204" pitchFamily="34" charset="-122"/>
                <a:ea typeface="Microsoft YaHei Light" panose="020B0503020204020204" pitchFamily="34" charset="-122"/>
                <a:cs typeface="+mj-cs"/>
                <a:sym typeface="DengXian"/>
              </a:rPr>
              <a:t>31/72/40/0</a:t>
            </a:r>
            <a:endParaRPr kumimoji="0" lang="zh-CN" altLang="en-US" sz="1000" b="0" i="0" u="none" strike="noStrike" cap="none" spc="0" normalizeH="0" baseline="0" dirty="0">
              <a:ln>
                <a:noFill/>
              </a:ln>
              <a:solidFill>
                <a:schemeClr val="bg1"/>
              </a:solidFill>
              <a:effectLst/>
              <a:uFillTx/>
              <a:latin typeface="Microsoft YaHei Light" panose="020B0503020204020204" pitchFamily="34" charset="-122"/>
              <a:ea typeface="Microsoft YaHei Light" panose="020B0503020204020204" pitchFamily="34" charset="-122"/>
              <a:sym typeface="DengXian"/>
            </a:endParaRPr>
          </a:p>
        </p:txBody>
      </p:sp>
      <p:sp>
        <p:nvSpPr>
          <p:cNvPr id="49" name="文本框 48">
            <a:extLst>
              <a:ext uri="{FF2B5EF4-FFF2-40B4-BE49-F238E27FC236}">
                <a16:creationId xmlns:a16="http://schemas.microsoft.com/office/drawing/2014/main" id="{CAE88EF1-30FD-2D44-B520-B4C81F6E5C91}"/>
              </a:ext>
            </a:extLst>
          </p:cNvPr>
          <p:cNvSpPr txBox="1"/>
          <p:nvPr userDrawn="1"/>
        </p:nvSpPr>
        <p:spPr>
          <a:xfrm>
            <a:off x="6793437" y="4921467"/>
            <a:ext cx="1480122" cy="553996"/>
          </a:xfrm>
          <a:prstGeom prst="rect">
            <a:avLst/>
          </a:prstGeom>
          <a:noFill/>
          <a:ln w="12700" cap="flat">
            <a:noFill/>
            <a:miter lim="400000"/>
          </a:ln>
        </p:spPr>
        <p:style>
          <a:lnRef idx="0">
            <a:srgbClr val="FFFFFF"/>
          </a:lnRef>
          <a:fillRef idx="0">
            <a:srgbClr val="FFFFFF"/>
          </a:fillRef>
          <a:effectRef idx="0">
            <a:srgbClr val="FFFFFF"/>
          </a:effectRef>
          <a:fontRef idx="none"/>
        </p:style>
        <p:txBody>
          <a:bodyPr rot="0" spcFirstLastPara="1" vertOverflow="overflow" horzOverflow="overflow" vert="horz" wrap="square" lIns="45719" tIns="45719" rIns="45719" bIns="45719" numCol="1" spcCol="38100" rtlCol="0" anchor="t">
            <a:spAutoFit/>
          </a:bodyPr>
          <a:lstStyle/>
          <a:p>
            <a:pPr marL="0" marR="0" indent="0" defTabSz="914400" rtl="0" fontAlgn="auto" latinLnBrk="0" hangingPunct="0">
              <a:lnSpc>
                <a:spcPct val="100000"/>
              </a:lnSpc>
              <a:spcBef>
                <a:spcPts val="0"/>
              </a:spcBef>
              <a:spcAft>
                <a:spcPts val="0"/>
              </a:spcAft>
              <a:buClrTx/>
              <a:buSzTx/>
              <a:buFontTx/>
              <a:buNone/>
            </a:pPr>
            <a:endParaRPr kumimoji="0" lang="en-US" altLang="zh-CN" sz="1000" b="0" i="0" u="none" strike="noStrike" cap="none" spc="0" normalizeH="0" baseline="0" dirty="0">
              <a:ln>
                <a:noFill/>
              </a:ln>
              <a:solidFill>
                <a:schemeClr val="bg1"/>
              </a:solidFill>
              <a:effectLst/>
              <a:uFillTx/>
              <a:latin typeface="Microsoft YaHei Light" panose="020B0503020204020204" pitchFamily="34" charset="-122"/>
              <a:ea typeface="Microsoft YaHei Light" panose="020B0503020204020204" pitchFamily="34" charset="-122"/>
              <a:cs typeface="+mj-cs"/>
              <a:sym typeface="DengXian"/>
            </a:endParaRPr>
          </a:p>
          <a:p>
            <a:pPr marL="0" marR="0" indent="0" defTabSz="914400" rtl="0" fontAlgn="auto" latinLnBrk="0" hangingPunct="0">
              <a:lnSpc>
                <a:spcPct val="100000"/>
              </a:lnSpc>
              <a:spcBef>
                <a:spcPts val="0"/>
              </a:spcBef>
              <a:spcAft>
                <a:spcPts val="0"/>
              </a:spcAft>
              <a:buClrTx/>
              <a:buSzTx/>
              <a:buFontTx/>
              <a:buNone/>
            </a:pPr>
            <a:r>
              <a:rPr lang="en-US" altLang="zh-CN" sz="1000" b="0" i="0" dirty="0">
                <a:solidFill>
                  <a:schemeClr val="bg1"/>
                </a:solidFill>
                <a:latin typeface="Microsoft YaHei Light" panose="020B0503020204020204" pitchFamily="34" charset="-122"/>
                <a:ea typeface="Microsoft YaHei Light" panose="020B0503020204020204" pitchFamily="34" charset="-122"/>
              </a:rPr>
              <a:t>RGB:</a:t>
            </a:r>
            <a:r>
              <a:rPr lang="zh-CN" altLang="en-US" sz="1000" b="0" i="0" dirty="0">
                <a:solidFill>
                  <a:schemeClr val="bg1"/>
                </a:solidFill>
                <a:latin typeface="Microsoft YaHei Light" panose="020B0503020204020204" pitchFamily="34" charset="-122"/>
                <a:ea typeface="Microsoft YaHei Light" panose="020B0503020204020204" pitchFamily="34" charset="-122"/>
              </a:rPr>
              <a:t> </a:t>
            </a:r>
            <a:r>
              <a:rPr lang="en-US" altLang="zh-CN" sz="1000" b="0" i="0" dirty="0">
                <a:solidFill>
                  <a:schemeClr val="bg1"/>
                </a:solidFill>
                <a:latin typeface="Microsoft YaHei Light" panose="020B0503020204020204" pitchFamily="34" charset="-122"/>
                <a:ea typeface="Microsoft YaHei Light" panose="020B0503020204020204" pitchFamily="34" charset="-122"/>
              </a:rPr>
              <a:t>104/40/121</a:t>
            </a:r>
          </a:p>
          <a:p>
            <a:pPr marL="0" marR="0" indent="0" defTabSz="914400" rtl="0" fontAlgn="auto" latinLnBrk="0" hangingPunct="0">
              <a:lnSpc>
                <a:spcPct val="100000"/>
              </a:lnSpc>
              <a:spcBef>
                <a:spcPts val="0"/>
              </a:spcBef>
              <a:spcAft>
                <a:spcPts val="0"/>
              </a:spcAft>
              <a:buClrTx/>
              <a:buSzTx/>
              <a:buFontTx/>
              <a:buNone/>
            </a:pPr>
            <a:r>
              <a:rPr kumimoji="0" lang="en-US" altLang="zh-CN" sz="1000" b="0" i="0" u="none" strike="noStrike" cap="none" spc="0" normalizeH="0" baseline="0" dirty="0">
                <a:ln>
                  <a:noFill/>
                </a:ln>
                <a:solidFill>
                  <a:schemeClr val="bg1"/>
                </a:solidFill>
                <a:effectLst/>
                <a:uFillTx/>
                <a:latin typeface="Microsoft YaHei Light" panose="020B0503020204020204" pitchFamily="34" charset="-122"/>
                <a:ea typeface="Microsoft YaHei Light" panose="020B0503020204020204" pitchFamily="34" charset="-122"/>
                <a:cs typeface="+mj-cs"/>
                <a:sym typeface="DengXian"/>
              </a:rPr>
              <a:t>CMYK:</a:t>
            </a:r>
            <a:r>
              <a:rPr kumimoji="0" lang="zh-CN" altLang="en-US" sz="1000" b="0" i="0" u="none" strike="noStrike" cap="none" spc="0" normalizeH="0" baseline="0" dirty="0">
                <a:ln>
                  <a:noFill/>
                </a:ln>
                <a:solidFill>
                  <a:schemeClr val="bg1"/>
                </a:solidFill>
                <a:effectLst/>
                <a:uFillTx/>
                <a:latin typeface="Microsoft YaHei Light" panose="020B0503020204020204" pitchFamily="34" charset="-122"/>
                <a:ea typeface="Microsoft YaHei Light" panose="020B0503020204020204" pitchFamily="34" charset="-122"/>
                <a:cs typeface="+mj-cs"/>
                <a:sym typeface="DengXian"/>
              </a:rPr>
              <a:t> </a:t>
            </a:r>
            <a:r>
              <a:rPr kumimoji="0" lang="en-US" altLang="zh-CN" sz="1000" b="0" i="0" u="none" strike="noStrike" cap="none" spc="0" normalizeH="0" baseline="0" dirty="0">
                <a:ln>
                  <a:noFill/>
                </a:ln>
                <a:solidFill>
                  <a:schemeClr val="bg1"/>
                </a:solidFill>
                <a:effectLst/>
                <a:uFillTx/>
                <a:latin typeface="Microsoft YaHei Light" panose="020B0503020204020204" pitchFamily="34" charset="-122"/>
                <a:ea typeface="Microsoft YaHei Light" panose="020B0503020204020204" pitchFamily="34" charset="-122"/>
                <a:cs typeface="+mj-cs"/>
                <a:sym typeface="DengXian"/>
              </a:rPr>
              <a:t>73/97/25/0</a:t>
            </a:r>
            <a:endParaRPr kumimoji="0" lang="zh-CN" altLang="en-US" sz="1000" b="0" i="0" u="none" strike="noStrike" cap="none" spc="0" normalizeH="0" baseline="0" dirty="0">
              <a:ln>
                <a:noFill/>
              </a:ln>
              <a:solidFill>
                <a:schemeClr val="bg1"/>
              </a:solidFill>
              <a:effectLst/>
              <a:uFillTx/>
              <a:latin typeface="Microsoft YaHei Light" panose="020B0503020204020204" pitchFamily="34" charset="-122"/>
              <a:ea typeface="Microsoft YaHei Light" panose="020B0503020204020204" pitchFamily="34" charset="-122"/>
              <a:sym typeface="DengXian"/>
            </a:endParaRPr>
          </a:p>
        </p:txBody>
      </p:sp>
      <p:sp>
        <p:nvSpPr>
          <p:cNvPr id="50" name="文本框 49">
            <a:extLst>
              <a:ext uri="{FF2B5EF4-FFF2-40B4-BE49-F238E27FC236}">
                <a16:creationId xmlns:a16="http://schemas.microsoft.com/office/drawing/2014/main" id="{5C577A60-7228-0A4F-9F20-295001A902B1}"/>
              </a:ext>
            </a:extLst>
          </p:cNvPr>
          <p:cNvSpPr txBox="1"/>
          <p:nvPr userDrawn="1"/>
        </p:nvSpPr>
        <p:spPr>
          <a:xfrm>
            <a:off x="8270562" y="4921467"/>
            <a:ext cx="1480122" cy="553996"/>
          </a:xfrm>
          <a:prstGeom prst="rect">
            <a:avLst/>
          </a:prstGeom>
          <a:noFill/>
          <a:ln w="12700" cap="flat">
            <a:noFill/>
            <a:miter lim="400000"/>
          </a:ln>
        </p:spPr>
        <p:style>
          <a:lnRef idx="0">
            <a:srgbClr val="FFFFFF"/>
          </a:lnRef>
          <a:fillRef idx="0">
            <a:srgbClr val="FFFFFF"/>
          </a:fillRef>
          <a:effectRef idx="0">
            <a:srgbClr val="FFFFFF"/>
          </a:effectRef>
          <a:fontRef idx="none"/>
        </p:style>
        <p:txBody>
          <a:bodyPr rot="0" spcFirstLastPara="1" vertOverflow="overflow" horzOverflow="overflow" vert="horz" wrap="square" lIns="45719" tIns="45719" rIns="45719" bIns="45719" numCol="1" spcCol="38100" rtlCol="0" anchor="t">
            <a:spAutoFit/>
          </a:bodyPr>
          <a:lstStyle/>
          <a:p>
            <a:pPr marL="0" marR="0" indent="0" defTabSz="914400" rtl="0" fontAlgn="auto" latinLnBrk="0" hangingPunct="0">
              <a:lnSpc>
                <a:spcPct val="100000"/>
              </a:lnSpc>
              <a:spcBef>
                <a:spcPts val="0"/>
              </a:spcBef>
              <a:spcAft>
                <a:spcPts val="0"/>
              </a:spcAft>
              <a:buClrTx/>
              <a:buSzTx/>
              <a:buFontTx/>
              <a:buNone/>
            </a:pPr>
            <a:endParaRPr kumimoji="0" lang="en-US" altLang="zh-CN" sz="1000" b="0" i="0" u="none" strike="noStrike" cap="none" spc="0" normalizeH="0" baseline="0" dirty="0">
              <a:ln>
                <a:noFill/>
              </a:ln>
              <a:solidFill>
                <a:schemeClr val="bg1"/>
              </a:solidFill>
              <a:effectLst/>
              <a:uFillTx/>
              <a:latin typeface="Microsoft YaHei Light" panose="020B0503020204020204" pitchFamily="34" charset="-122"/>
              <a:ea typeface="Microsoft YaHei Light" panose="020B0503020204020204" pitchFamily="34" charset="-122"/>
              <a:cs typeface="+mj-cs"/>
              <a:sym typeface="DengXian"/>
            </a:endParaRPr>
          </a:p>
          <a:p>
            <a:pPr marL="0" marR="0" indent="0" defTabSz="914400" rtl="0" fontAlgn="auto" latinLnBrk="0" hangingPunct="0">
              <a:lnSpc>
                <a:spcPct val="100000"/>
              </a:lnSpc>
              <a:spcBef>
                <a:spcPts val="0"/>
              </a:spcBef>
              <a:spcAft>
                <a:spcPts val="0"/>
              </a:spcAft>
              <a:buClrTx/>
              <a:buSzTx/>
              <a:buFontTx/>
              <a:buNone/>
            </a:pPr>
            <a:r>
              <a:rPr lang="en-US" altLang="zh-CN" sz="1000" b="0" i="0" dirty="0">
                <a:solidFill>
                  <a:schemeClr val="bg1"/>
                </a:solidFill>
                <a:latin typeface="Microsoft YaHei Light" panose="020B0503020204020204" pitchFamily="34" charset="-122"/>
                <a:ea typeface="Microsoft YaHei Light" panose="020B0503020204020204" pitchFamily="34" charset="-122"/>
              </a:rPr>
              <a:t>RGB:</a:t>
            </a:r>
            <a:r>
              <a:rPr lang="zh-CN" altLang="en-US" sz="1000" b="0" i="0" dirty="0">
                <a:solidFill>
                  <a:schemeClr val="bg1"/>
                </a:solidFill>
                <a:latin typeface="Microsoft YaHei Light" panose="020B0503020204020204" pitchFamily="34" charset="-122"/>
                <a:ea typeface="Microsoft YaHei Light" panose="020B0503020204020204" pitchFamily="34" charset="-122"/>
              </a:rPr>
              <a:t> </a:t>
            </a:r>
            <a:r>
              <a:rPr lang="en-US" altLang="zh-CN" sz="1000" b="0" i="0" dirty="0">
                <a:solidFill>
                  <a:schemeClr val="bg1"/>
                </a:solidFill>
                <a:latin typeface="Microsoft YaHei Light" panose="020B0503020204020204" pitchFamily="34" charset="-122"/>
                <a:ea typeface="Microsoft YaHei Light" panose="020B0503020204020204" pitchFamily="34" charset="-122"/>
              </a:rPr>
              <a:t>60/33/120</a:t>
            </a:r>
          </a:p>
          <a:p>
            <a:pPr marL="0" marR="0" indent="0" defTabSz="914400" rtl="0" fontAlgn="auto" latinLnBrk="0" hangingPunct="0">
              <a:lnSpc>
                <a:spcPct val="100000"/>
              </a:lnSpc>
              <a:spcBef>
                <a:spcPts val="0"/>
              </a:spcBef>
              <a:spcAft>
                <a:spcPts val="0"/>
              </a:spcAft>
              <a:buClrTx/>
              <a:buSzTx/>
              <a:buFontTx/>
              <a:buNone/>
            </a:pPr>
            <a:r>
              <a:rPr kumimoji="0" lang="en-US" altLang="zh-CN" sz="1000" b="0" i="0" u="none" strike="noStrike" cap="none" spc="0" normalizeH="0" baseline="0" dirty="0">
                <a:ln>
                  <a:noFill/>
                </a:ln>
                <a:solidFill>
                  <a:schemeClr val="bg1"/>
                </a:solidFill>
                <a:effectLst/>
                <a:uFillTx/>
                <a:latin typeface="Microsoft YaHei Light" panose="020B0503020204020204" pitchFamily="34" charset="-122"/>
                <a:ea typeface="Microsoft YaHei Light" panose="020B0503020204020204" pitchFamily="34" charset="-122"/>
                <a:cs typeface="+mj-cs"/>
                <a:sym typeface="DengXian"/>
              </a:rPr>
              <a:t>CMYK:</a:t>
            </a:r>
            <a:r>
              <a:rPr kumimoji="0" lang="zh-CN" altLang="en-US" sz="1000" b="0" i="0" u="none" strike="noStrike" cap="none" spc="0" normalizeH="0" baseline="0" dirty="0">
                <a:ln>
                  <a:noFill/>
                </a:ln>
                <a:solidFill>
                  <a:schemeClr val="bg1"/>
                </a:solidFill>
                <a:effectLst/>
                <a:uFillTx/>
                <a:latin typeface="Microsoft YaHei Light" panose="020B0503020204020204" pitchFamily="34" charset="-122"/>
                <a:ea typeface="Microsoft YaHei Light" panose="020B0503020204020204" pitchFamily="34" charset="-122"/>
                <a:cs typeface="+mj-cs"/>
                <a:sym typeface="DengXian"/>
              </a:rPr>
              <a:t> </a:t>
            </a:r>
            <a:r>
              <a:rPr kumimoji="0" lang="en-US" altLang="zh-CN" sz="1000" b="0" i="0" u="none" strike="noStrike" cap="none" spc="0" normalizeH="0" baseline="0" dirty="0">
                <a:ln>
                  <a:noFill/>
                </a:ln>
                <a:solidFill>
                  <a:schemeClr val="bg1"/>
                </a:solidFill>
                <a:effectLst/>
                <a:uFillTx/>
                <a:latin typeface="Microsoft YaHei Light" panose="020B0503020204020204" pitchFamily="34" charset="-122"/>
                <a:ea typeface="Microsoft YaHei Light" panose="020B0503020204020204" pitchFamily="34" charset="-122"/>
                <a:cs typeface="+mj-cs"/>
                <a:sym typeface="DengXian"/>
              </a:rPr>
              <a:t>92/100/30/0</a:t>
            </a:r>
            <a:endParaRPr kumimoji="0" lang="zh-CN" altLang="en-US" sz="1000" b="0" i="0" u="none" strike="noStrike" cap="none" spc="0" normalizeH="0" baseline="0" dirty="0">
              <a:ln>
                <a:noFill/>
              </a:ln>
              <a:solidFill>
                <a:schemeClr val="bg1"/>
              </a:solidFill>
              <a:effectLst/>
              <a:uFillTx/>
              <a:latin typeface="Microsoft YaHei Light" panose="020B0503020204020204" pitchFamily="34" charset="-122"/>
              <a:ea typeface="Microsoft YaHei Light" panose="020B0503020204020204" pitchFamily="34" charset="-122"/>
              <a:sym typeface="DengXian"/>
            </a:endParaRPr>
          </a:p>
        </p:txBody>
      </p:sp>
      <p:sp>
        <p:nvSpPr>
          <p:cNvPr id="51" name="矩形 50">
            <a:extLst>
              <a:ext uri="{FF2B5EF4-FFF2-40B4-BE49-F238E27FC236}">
                <a16:creationId xmlns:a16="http://schemas.microsoft.com/office/drawing/2014/main" id="{4E3648C4-35BD-A444-AD8C-C7C91218C577}"/>
              </a:ext>
            </a:extLst>
          </p:cNvPr>
          <p:cNvSpPr/>
          <p:nvPr userDrawn="1"/>
        </p:nvSpPr>
        <p:spPr>
          <a:xfrm>
            <a:off x="2425050" y="4370271"/>
            <a:ext cx="1254034" cy="418075"/>
          </a:xfrm>
          <a:prstGeom prst="rect">
            <a:avLst/>
          </a:prstGeom>
          <a:solidFill>
            <a:srgbClr val="B2420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p>
        </p:txBody>
      </p:sp>
      <p:sp>
        <p:nvSpPr>
          <p:cNvPr id="52" name="矩形 51">
            <a:extLst>
              <a:ext uri="{FF2B5EF4-FFF2-40B4-BE49-F238E27FC236}">
                <a16:creationId xmlns:a16="http://schemas.microsoft.com/office/drawing/2014/main" id="{8FF5A930-3B36-A744-B711-A651BC1A709D}"/>
              </a:ext>
            </a:extLst>
          </p:cNvPr>
          <p:cNvSpPr/>
          <p:nvPr userDrawn="1"/>
        </p:nvSpPr>
        <p:spPr>
          <a:xfrm>
            <a:off x="3866881" y="4353541"/>
            <a:ext cx="1254034" cy="418075"/>
          </a:xfrm>
          <a:prstGeom prst="rect">
            <a:avLst/>
          </a:prstGeom>
          <a:solidFill>
            <a:srgbClr val="9C735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p>
        </p:txBody>
      </p:sp>
      <p:sp>
        <p:nvSpPr>
          <p:cNvPr id="53" name="矩形 52">
            <a:extLst>
              <a:ext uri="{FF2B5EF4-FFF2-40B4-BE49-F238E27FC236}">
                <a16:creationId xmlns:a16="http://schemas.microsoft.com/office/drawing/2014/main" id="{9E640271-652D-5141-88A2-5ADC6A77D4DD}"/>
              </a:ext>
            </a:extLst>
          </p:cNvPr>
          <p:cNvSpPr/>
          <p:nvPr userDrawn="1"/>
        </p:nvSpPr>
        <p:spPr>
          <a:xfrm>
            <a:off x="5358386" y="4351225"/>
            <a:ext cx="1254034" cy="418075"/>
          </a:xfrm>
          <a:prstGeom prst="rect">
            <a:avLst/>
          </a:prstGeom>
          <a:solidFill>
            <a:srgbClr val="05102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p>
        </p:txBody>
      </p:sp>
      <p:sp>
        <p:nvSpPr>
          <p:cNvPr id="54" name="文本框 53">
            <a:extLst>
              <a:ext uri="{FF2B5EF4-FFF2-40B4-BE49-F238E27FC236}">
                <a16:creationId xmlns:a16="http://schemas.microsoft.com/office/drawing/2014/main" id="{7952DEBA-8DD5-D94B-967A-38BAD26B6AE4}"/>
              </a:ext>
            </a:extLst>
          </p:cNvPr>
          <p:cNvSpPr txBox="1"/>
          <p:nvPr userDrawn="1"/>
        </p:nvSpPr>
        <p:spPr>
          <a:xfrm>
            <a:off x="5335808" y="4211404"/>
            <a:ext cx="1480122" cy="569385"/>
          </a:xfrm>
          <a:prstGeom prst="rect">
            <a:avLst/>
          </a:prstGeom>
          <a:noFill/>
          <a:ln w="12700" cap="flat">
            <a:noFill/>
            <a:miter lim="400000"/>
          </a:ln>
        </p:spPr>
        <p:style>
          <a:lnRef idx="0">
            <a:srgbClr val="FFFFFF"/>
          </a:lnRef>
          <a:fillRef idx="0">
            <a:srgbClr val="FFFFFF"/>
          </a:fillRef>
          <a:effectRef idx="0">
            <a:srgbClr val="FFFFFF"/>
          </a:effectRef>
          <a:fontRef idx="none"/>
        </p:style>
        <p:txBody>
          <a:bodyPr rot="0" spcFirstLastPara="1" vertOverflow="overflow" horzOverflow="overflow" vert="horz" wrap="square" lIns="45719" tIns="45719" rIns="45719" bIns="45719" numCol="1" spcCol="38100" rtlCol="0" anchor="t">
            <a:spAutoFit/>
          </a:bodyPr>
          <a:lstStyle/>
          <a:p>
            <a:pPr marL="0" marR="0" indent="0" defTabSz="914400" rtl="0" fontAlgn="auto" latinLnBrk="0" hangingPunct="0">
              <a:lnSpc>
                <a:spcPct val="100000"/>
              </a:lnSpc>
              <a:spcBef>
                <a:spcPts val="0"/>
              </a:spcBef>
              <a:spcAft>
                <a:spcPts val="0"/>
              </a:spcAft>
              <a:buClrTx/>
              <a:buSzTx/>
              <a:buFontTx/>
              <a:buNone/>
            </a:pPr>
            <a:endParaRPr kumimoji="0" lang="en-US" altLang="zh-CN" sz="1100" b="0" i="0" u="none" strike="noStrike" cap="none" spc="0" normalizeH="0" baseline="0" dirty="0">
              <a:ln>
                <a:noFill/>
              </a:ln>
              <a:solidFill>
                <a:schemeClr val="bg1"/>
              </a:solidFill>
              <a:effectLst/>
              <a:uFillTx/>
              <a:latin typeface="+mj-lt"/>
              <a:ea typeface="+mj-ea"/>
              <a:cs typeface="+mj-cs"/>
              <a:sym typeface="DengXian"/>
            </a:endParaRPr>
          </a:p>
          <a:p>
            <a:pPr marL="0" marR="0" indent="0" defTabSz="914400" rtl="0" fontAlgn="auto" latinLnBrk="0" hangingPunct="0">
              <a:lnSpc>
                <a:spcPct val="100000"/>
              </a:lnSpc>
              <a:spcBef>
                <a:spcPts val="0"/>
              </a:spcBef>
              <a:spcAft>
                <a:spcPts val="0"/>
              </a:spcAft>
              <a:buClrTx/>
              <a:buSzTx/>
              <a:buFontTx/>
              <a:buNone/>
            </a:pPr>
            <a:r>
              <a:rPr lang="en-US" altLang="zh-CN" sz="1000" b="0" i="0" dirty="0">
                <a:solidFill>
                  <a:schemeClr val="bg1"/>
                </a:solidFill>
                <a:latin typeface="Microsoft YaHei Light" panose="020B0503020204020204" pitchFamily="34" charset="-122"/>
                <a:ea typeface="Microsoft YaHei Light" panose="020B0503020204020204" pitchFamily="34" charset="-122"/>
              </a:rPr>
              <a:t>RGB:</a:t>
            </a:r>
            <a:r>
              <a:rPr lang="zh-CN" altLang="en-US" sz="1000" b="0" i="0" dirty="0">
                <a:solidFill>
                  <a:schemeClr val="bg1"/>
                </a:solidFill>
                <a:latin typeface="Microsoft YaHei Light" panose="020B0503020204020204" pitchFamily="34" charset="-122"/>
                <a:ea typeface="Microsoft YaHei Light" panose="020B0503020204020204" pitchFamily="34" charset="-122"/>
              </a:rPr>
              <a:t> </a:t>
            </a:r>
            <a:r>
              <a:rPr lang="en-US" altLang="zh-CN" sz="1000" b="0" i="0" dirty="0">
                <a:solidFill>
                  <a:schemeClr val="bg1"/>
                </a:solidFill>
                <a:latin typeface="Microsoft YaHei Light" panose="020B0503020204020204" pitchFamily="34" charset="-122"/>
                <a:ea typeface="Microsoft YaHei Light" panose="020B0503020204020204" pitchFamily="34" charset="-122"/>
              </a:rPr>
              <a:t>7</a:t>
            </a:r>
            <a:r>
              <a:rPr kumimoji="0" lang="en-US" altLang="zh-CN" sz="1000" b="0" i="0" u="none" strike="noStrike" kern="1200" cap="none" spc="0" normalizeH="0" baseline="0" dirty="0">
                <a:ln>
                  <a:noFill/>
                </a:ln>
                <a:solidFill>
                  <a:schemeClr val="bg1"/>
                </a:solidFill>
                <a:effectLst/>
                <a:uFillTx/>
                <a:latin typeface="Microsoft YaHei Light" panose="020B0503020204020204" pitchFamily="34" charset="-122"/>
                <a:ea typeface="Microsoft YaHei Light" panose="020B0503020204020204" pitchFamily="34" charset="-122"/>
                <a:cs typeface="+mn-cs"/>
                <a:sym typeface="DengXian"/>
              </a:rPr>
              <a:t>/18/51</a:t>
            </a:r>
            <a:endParaRPr lang="en-US" altLang="zh-CN" sz="1000" b="0" i="0" dirty="0">
              <a:solidFill>
                <a:schemeClr val="bg1"/>
              </a:solidFill>
              <a:latin typeface="Microsoft YaHei Light" panose="020B0503020204020204" pitchFamily="34" charset="-122"/>
              <a:ea typeface="Microsoft YaHei Light" panose="020B0503020204020204" pitchFamily="34" charset="-122"/>
            </a:endParaRPr>
          </a:p>
          <a:p>
            <a:pPr marL="0" marR="0" indent="0" defTabSz="914400" rtl="0" fontAlgn="auto" latinLnBrk="0" hangingPunct="0">
              <a:lnSpc>
                <a:spcPct val="100000"/>
              </a:lnSpc>
              <a:spcBef>
                <a:spcPts val="0"/>
              </a:spcBef>
              <a:spcAft>
                <a:spcPts val="0"/>
              </a:spcAft>
              <a:buClrTx/>
              <a:buSzTx/>
              <a:buFontTx/>
              <a:buNone/>
            </a:pPr>
            <a:r>
              <a:rPr kumimoji="0" lang="en-US" altLang="zh-CN" sz="1000" b="0" i="0" u="none" strike="noStrike" cap="none" spc="0" normalizeH="0" baseline="0" dirty="0">
                <a:ln>
                  <a:noFill/>
                </a:ln>
                <a:solidFill>
                  <a:schemeClr val="bg1"/>
                </a:solidFill>
                <a:effectLst/>
                <a:uFillTx/>
                <a:latin typeface="Microsoft YaHei Light" panose="020B0503020204020204" pitchFamily="34" charset="-122"/>
                <a:ea typeface="Microsoft YaHei Light" panose="020B0503020204020204" pitchFamily="34" charset="-122"/>
                <a:cs typeface="+mj-cs"/>
                <a:sym typeface="DengXian"/>
              </a:rPr>
              <a:t>CMYK:</a:t>
            </a:r>
            <a:r>
              <a:rPr kumimoji="0" lang="zh-CN" altLang="en-US" sz="1000" b="0" i="0" u="none" strike="noStrike" cap="none" spc="0" normalizeH="0" baseline="0" dirty="0">
                <a:ln>
                  <a:noFill/>
                </a:ln>
                <a:solidFill>
                  <a:schemeClr val="bg1"/>
                </a:solidFill>
                <a:effectLst/>
                <a:uFillTx/>
                <a:latin typeface="Microsoft YaHei Light" panose="020B0503020204020204" pitchFamily="34" charset="-122"/>
                <a:ea typeface="Microsoft YaHei Light" panose="020B0503020204020204" pitchFamily="34" charset="-122"/>
                <a:cs typeface="+mj-cs"/>
                <a:sym typeface="DengXian"/>
              </a:rPr>
              <a:t> </a:t>
            </a:r>
            <a:r>
              <a:rPr kumimoji="0" lang="en-US" altLang="zh-CN" sz="1000" b="0" i="0" u="none" strike="noStrike" cap="none" spc="0" normalizeH="0" baseline="0" dirty="0">
                <a:ln>
                  <a:noFill/>
                </a:ln>
                <a:solidFill>
                  <a:schemeClr val="bg1"/>
                </a:solidFill>
                <a:effectLst/>
                <a:uFillTx/>
                <a:latin typeface="Microsoft YaHei Light" panose="020B0503020204020204" pitchFamily="34" charset="-122"/>
                <a:ea typeface="Microsoft YaHei Light" panose="020B0503020204020204" pitchFamily="34" charset="-122"/>
                <a:cs typeface="+mj-cs"/>
                <a:sym typeface="DengXian"/>
              </a:rPr>
              <a:t>100/100/62/48</a:t>
            </a:r>
            <a:endParaRPr kumimoji="0" lang="zh-CN" altLang="en-US" sz="1000" b="0" i="0" u="none" strike="noStrike" cap="none" spc="0" normalizeH="0" baseline="0" dirty="0">
              <a:ln>
                <a:noFill/>
              </a:ln>
              <a:solidFill>
                <a:schemeClr val="bg1"/>
              </a:solidFill>
              <a:effectLst/>
              <a:uFillTx/>
              <a:latin typeface="Microsoft YaHei Light" panose="020B0503020204020204" pitchFamily="34" charset="-122"/>
              <a:ea typeface="Microsoft YaHei Light" panose="020B0503020204020204" pitchFamily="34" charset="-122"/>
              <a:sym typeface="DengXian"/>
            </a:endParaRPr>
          </a:p>
        </p:txBody>
      </p:sp>
      <p:sp>
        <p:nvSpPr>
          <p:cNvPr id="55" name="文本框 54">
            <a:extLst>
              <a:ext uri="{FF2B5EF4-FFF2-40B4-BE49-F238E27FC236}">
                <a16:creationId xmlns:a16="http://schemas.microsoft.com/office/drawing/2014/main" id="{E83A5413-B8ED-2E48-8CCA-1AE90C984116}"/>
              </a:ext>
            </a:extLst>
          </p:cNvPr>
          <p:cNvSpPr txBox="1"/>
          <p:nvPr userDrawn="1"/>
        </p:nvSpPr>
        <p:spPr>
          <a:xfrm>
            <a:off x="2392450" y="4252621"/>
            <a:ext cx="1480122" cy="553996"/>
          </a:xfrm>
          <a:prstGeom prst="rect">
            <a:avLst/>
          </a:prstGeom>
          <a:noFill/>
          <a:ln w="12700" cap="flat">
            <a:noFill/>
            <a:miter lim="400000"/>
          </a:ln>
        </p:spPr>
        <p:style>
          <a:lnRef idx="0">
            <a:srgbClr val="FFFFFF"/>
          </a:lnRef>
          <a:fillRef idx="0">
            <a:srgbClr val="FFFFFF"/>
          </a:fillRef>
          <a:effectRef idx="0">
            <a:srgbClr val="FFFFFF"/>
          </a:effectRef>
          <a:fontRef idx="none"/>
        </p:style>
        <p:txBody>
          <a:bodyPr rot="0" spcFirstLastPara="1" vertOverflow="overflow" horzOverflow="overflow" vert="horz" wrap="square" lIns="45719" tIns="45719" rIns="45719" bIns="45719" numCol="1" spcCol="38100" rtlCol="0" anchor="t">
            <a:spAutoFit/>
          </a:bodyPr>
          <a:lstStyle/>
          <a:p>
            <a:pPr marL="0" marR="0" indent="0" defTabSz="914400" rtl="0" fontAlgn="auto" latinLnBrk="0" hangingPunct="0">
              <a:lnSpc>
                <a:spcPct val="100000"/>
              </a:lnSpc>
              <a:spcBef>
                <a:spcPts val="0"/>
              </a:spcBef>
              <a:spcAft>
                <a:spcPts val="0"/>
              </a:spcAft>
              <a:buClrTx/>
              <a:buSzTx/>
              <a:buFontTx/>
              <a:buNone/>
            </a:pPr>
            <a:endParaRPr kumimoji="0" lang="en-US" altLang="zh-CN" sz="1000" b="0" i="0" u="none" strike="noStrike" cap="none" spc="0" normalizeH="0" baseline="0" dirty="0">
              <a:ln>
                <a:noFill/>
              </a:ln>
              <a:solidFill>
                <a:schemeClr val="bg1"/>
              </a:solidFill>
              <a:effectLst/>
              <a:uFillTx/>
              <a:latin typeface="Microsoft YaHei Light" panose="020B0503020204020204" pitchFamily="34" charset="-122"/>
              <a:ea typeface="Microsoft YaHei Light" panose="020B0503020204020204" pitchFamily="34" charset="-122"/>
              <a:cs typeface="+mj-cs"/>
              <a:sym typeface="DengXian"/>
            </a:endParaRPr>
          </a:p>
          <a:p>
            <a:pPr marL="0" marR="0" indent="0" defTabSz="914400" rtl="0" fontAlgn="auto" latinLnBrk="0" hangingPunct="0">
              <a:lnSpc>
                <a:spcPct val="100000"/>
              </a:lnSpc>
              <a:spcBef>
                <a:spcPts val="0"/>
              </a:spcBef>
              <a:spcAft>
                <a:spcPts val="0"/>
              </a:spcAft>
              <a:buClrTx/>
              <a:buSzTx/>
              <a:buFontTx/>
              <a:buNone/>
            </a:pPr>
            <a:r>
              <a:rPr lang="en-US" altLang="zh-CN" sz="1000" b="0" i="0" dirty="0">
                <a:solidFill>
                  <a:schemeClr val="bg1"/>
                </a:solidFill>
                <a:latin typeface="Microsoft YaHei Light" panose="020B0503020204020204" pitchFamily="34" charset="-122"/>
                <a:ea typeface="Microsoft YaHei Light" panose="020B0503020204020204" pitchFamily="34" charset="-122"/>
              </a:rPr>
              <a:t>RGB:</a:t>
            </a:r>
            <a:r>
              <a:rPr lang="zh-CN" altLang="en-US" sz="1000" b="0" i="0" dirty="0">
                <a:solidFill>
                  <a:schemeClr val="bg1"/>
                </a:solidFill>
                <a:latin typeface="Microsoft YaHei Light" panose="020B0503020204020204" pitchFamily="34" charset="-122"/>
                <a:ea typeface="Microsoft YaHei Light" panose="020B0503020204020204" pitchFamily="34" charset="-122"/>
              </a:rPr>
              <a:t> </a:t>
            </a:r>
            <a:r>
              <a:rPr lang="en-US" altLang="zh-CN" sz="1000" b="0" i="0" dirty="0">
                <a:solidFill>
                  <a:schemeClr val="bg1"/>
                </a:solidFill>
                <a:latin typeface="Microsoft YaHei Light" panose="020B0503020204020204" pitchFamily="34" charset="-122"/>
                <a:ea typeface="Microsoft YaHei Light" panose="020B0503020204020204" pitchFamily="34" charset="-122"/>
              </a:rPr>
              <a:t>177/64/0</a:t>
            </a:r>
          </a:p>
          <a:p>
            <a:pPr marL="0" marR="0" indent="0" defTabSz="914400" rtl="0" fontAlgn="auto" latinLnBrk="0" hangingPunct="0">
              <a:lnSpc>
                <a:spcPct val="100000"/>
              </a:lnSpc>
              <a:spcBef>
                <a:spcPts val="0"/>
              </a:spcBef>
              <a:spcAft>
                <a:spcPts val="0"/>
              </a:spcAft>
              <a:buClrTx/>
              <a:buSzTx/>
              <a:buFontTx/>
              <a:buNone/>
            </a:pPr>
            <a:r>
              <a:rPr kumimoji="0" lang="en-US" altLang="zh-CN" sz="1000" b="0" i="0" u="none" strike="noStrike" cap="none" spc="0" normalizeH="0" baseline="0" dirty="0">
                <a:ln>
                  <a:noFill/>
                </a:ln>
                <a:solidFill>
                  <a:schemeClr val="bg1"/>
                </a:solidFill>
                <a:effectLst/>
                <a:uFillTx/>
                <a:latin typeface="Microsoft YaHei Light" panose="020B0503020204020204" pitchFamily="34" charset="-122"/>
                <a:ea typeface="Microsoft YaHei Light" panose="020B0503020204020204" pitchFamily="34" charset="-122"/>
                <a:cs typeface="+mj-cs"/>
                <a:sym typeface="DengXian"/>
              </a:rPr>
              <a:t>CMYK:</a:t>
            </a:r>
            <a:r>
              <a:rPr kumimoji="0" lang="zh-CN" altLang="en-US" sz="1000" b="0" i="0" u="none" strike="noStrike" cap="none" spc="0" normalizeH="0" baseline="0" dirty="0">
                <a:ln>
                  <a:noFill/>
                </a:ln>
                <a:solidFill>
                  <a:schemeClr val="bg1"/>
                </a:solidFill>
                <a:effectLst/>
                <a:uFillTx/>
                <a:latin typeface="Microsoft YaHei Light" panose="020B0503020204020204" pitchFamily="34" charset="-122"/>
                <a:ea typeface="Microsoft YaHei Light" panose="020B0503020204020204" pitchFamily="34" charset="-122"/>
                <a:cs typeface="+mj-cs"/>
                <a:sym typeface="DengXian"/>
              </a:rPr>
              <a:t> </a:t>
            </a:r>
            <a:r>
              <a:rPr kumimoji="0" lang="en-US" altLang="zh-CN" sz="1000" b="0" i="0" u="none" strike="noStrike" cap="none" spc="0" normalizeH="0" baseline="0" dirty="0">
                <a:ln>
                  <a:noFill/>
                </a:ln>
                <a:solidFill>
                  <a:schemeClr val="bg1"/>
                </a:solidFill>
                <a:effectLst/>
                <a:uFillTx/>
                <a:latin typeface="Microsoft YaHei Light" panose="020B0503020204020204" pitchFamily="34" charset="-122"/>
                <a:ea typeface="Microsoft YaHei Light" panose="020B0503020204020204" pitchFamily="34" charset="-122"/>
                <a:cs typeface="+mj-cs"/>
                <a:sym typeface="DengXian"/>
              </a:rPr>
              <a:t>38/86/100/0</a:t>
            </a:r>
            <a:endParaRPr kumimoji="0" lang="zh-CN" altLang="en-US" sz="1000" b="0" i="0" u="none" strike="noStrike" cap="none" spc="0" normalizeH="0" baseline="0" dirty="0">
              <a:ln>
                <a:noFill/>
              </a:ln>
              <a:solidFill>
                <a:schemeClr val="bg1"/>
              </a:solidFill>
              <a:effectLst/>
              <a:uFillTx/>
              <a:latin typeface="Microsoft YaHei Light" panose="020B0503020204020204" pitchFamily="34" charset="-122"/>
              <a:ea typeface="Microsoft YaHei Light" panose="020B0503020204020204" pitchFamily="34" charset="-122"/>
              <a:sym typeface="DengXian"/>
            </a:endParaRPr>
          </a:p>
        </p:txBody>
      </p:sp>
      <p:sp>
        <p:nvSpPr>
          <p:cNvPr id="56" name="文本框 55">
            <a:extLst>
              <a:ext uri="{FF2B5EF4-FFF2-40B4-BE49-F238E27FC236}">
                <a16:creationId xmlns:a16="http://schemas.microsoft.com/office/drawing/2014/main" id="{73CC74E5-9461-E24B-9D01-9B5DDA70F819}"/>
              </a:ext>
            </a:extLst>
          </p:cNvPr>
          <p:cNvSpPr txBox="1"/>
          <p:nvPr userDrawn="1"/>
        </p:nvSpPr>
        <p:spPr>
          <a:xfrm>
            <a:off x="3869575" y="4252621"/>
            <a:ext cx="1480122" cy="553996"/>
          </a:xfrm>
          <a:prstGeom prst="rect">
            <a:avLst/>
          </a:prstGeom>
          <a:noFill/>
          <a:ln w="12700" cap="flat">
            <a:noFill/>
            <a:miter lim="400000"/>
          </a:ln>
        </p:spPr>
        <p:style>
          <a:lnRef idx="0">
            <a:srgbClr val="FFFFFF"/>
          </a:lnRef>
          <a:fillRef idx="0">
            <a:srgbClr val="FFFFFF"/>
          </a:fillRef>
          <a:effectRef idx="0">
            <a:srgbClr val="FFFFFF"/>
          </a:effectRef>
          <a:fontRef idx="none"/>
        </p:style>
        <p:txBody>
          <a:bodyPr rot="0" spcFirstLastPara="1" vertOverflow="overflow" horzOverflow="overflow" vert="horz" wrap="square" lIns="45719" tIns="45719" rIns="45719" bIns="45719" numCol="1" spcCol="38100" rtlCol="0" anchor="t">
            <a:spAutoFit/>
          </a:bodyPr>
          <a:lstStyle/>
          <a:p>
            <a:pPr marL="0" marR="0" indent="0" defTabSz="914400" rtl="0" fontAlgn="auto" latinLnBrk="0" hangingPunct="0">
              <a:lnSpc>
                <a:spcPct val="100000"/>
              </a:lnSpc>
              <a:spcBef>
                <a:spcPts val="0"/>
              </a:spcBef>
              <a:spcAft>
                <a:spcPts val="0"/>
              </a:spcAft>
              <a:buClrTx/>
              <a:buSzTx/>
              <a:buFontTx/>
              <a:buNone/>
            </a:pPr>
            <a:endParaRPr kumimoji="0" lang="en-US" altLang="zh-CN" sz="1000" b="0" i="0" u="none" strike="noStrike" cap="none" spc="0" normalizeH="0" baseline="0" dirty="0">
              <a:ln>
                <a:noFill/>
              </a:ln>
              <a:solidFill>
                <a:schemeClr val="bg1"/>
              </a:solidFill>
              <a:effectLst/>
              <a:uFillTx/>
              <a:latin typeface="Microsoft YaHei Light" panose="020B0503020204020204" pitchFamily="34" charset="-122"/>
              <a:ea typeface="Microsoft YaHei Light" panose="020B0503020204020204" pitchFamily="34" charset="-122"/>
              <a:cs typeface="+mj-cs"/>
              <a:sym typeface="DengXian"/>
            </a:endParaRPr>
          </a:p>
          <a:p>
            <a:pPr marL="0" marR="0" indent="0" defTabSz="914400" rtl="0" fontAlgn="auto" latinLnBrk="0" hangingPunct="0">
              <a:lnSpc>
                <a:spcPct val="100000"/>
              </a:lnSpc>
              <a:spcBef>
                <a:spcPts val="0"/>
              </a:spcBef>
              <a:spcAft>
                <a:spcPts val="0"/>
              </a:spcAft>
              <a:buClrTx/>
              <a:buSzTx/>
              <a:buFontTx/>
              <a:buNone/>
            </a:pPr>
            <a:r>
              <a:rPr lang="en-US" altLang="zh-CN" sz="1000" b="0" i="0" dirty="0">
                <a:solidFill>
                  <a:schemeClr val="bg1"/>
                </a:solidFill>
                <a:latin typeface="Microsoft YaHei Light" panose="020B0503020204020204" pitchFamily="34" charset="-122"/>
                <a:ea typeface="Microsoft YaHei Light" panose="020B0503020204020204" pitchFamily="34" charset="-122"/>
              </a:rPr>
              <a:t>RGB:</a:t>
            </a:r>
            <a:r>
              <a:rPr lang="zh-CN" altLang="en-US" sz="1000" b="0" i="0" dirty="0">
                <a:solidFill>
                  <a:schemeClr val="bg1"/>
                </a:solidFill>
                <a:latin typeface="Microsoft YaHei Light" panose="020B0503020204020204" pitchFamily="34" charset="-122"/>
                <a:ea typeface="Microsoft YaHei Light" panose="020B0503020204020204" pitchFamily="34" charset="-122"/>
              </a:rPr>
              <a:t> </a:t>
            </a:r>
            <a:r>
              <a:rPr lang="en-US" altLang="zh-CN" sz="1000" b="0" i="0" dirty="0">
                <a:solidFill>
                  <a:schemeClr val="bg1"/>
                </a:solidFill>
                <a:latin typeface="Microsoft YaHei Light" panose="020B0503020204020204" pitchFamily="34" charset="-122"/>
                <a:ea typeface="Microsoft YaHei Light" panose="020B0503020204020204" pitchFamily="34" charset="-122"/>
              </a:rPr>
              <a:t>157/116/83</a:t>
            </a:r>
          </a:p>
          <a:p>
            <a:pPr marL="0" marR="0" indent="0" defTabSz="914400" rtl="0" fontAlgn="auto" latinLnBrk="0" hangingPunct="0">
              <a:lnSpc>
                <a:spcPct val="100000"/>
              </a:lnSpc>
              <a:spcBef>
                <a:spcPts val="0"/>
              </a:spcBef>
              <a:spcAft>
                <a:spcPts val="0"/>
              </a:spcAft>
              <a:buClrTx/>
              <a:buSzTx/>
              <a:buFontTx/>
              <a:buNone/>
            </a:pPr>
            <a:r>
              <a:rPr kumimoji="0" lang="en-US" altLang="zh-CN" sz="1000" b="0" i="0" u="none" strike="noStrike" cap="none" spc="0" normalizeH="0" baseline="0" dirty="0">
                <a:ln>
                  <a:noFill/>
                </a:ln>
                <a:solidFill>
                  <a:schemeClr val="bg1"/>
                </a:solidFill>
                <a:effectLst/>
                <a:uFillTx/>
                <a:latin typeface="Microsoft YaHei Light" panose="020B0503020204020204" pitchFamily="34" charset="-122"/>
                <a:ea typeface="Microsoft YaHei Light" panose="020B0503020204020204" pitchFamily="34" charset="-122"/>
                <a:cs typeface="+mj-cs"/>
                <a:sym typeface="DengXian"/>
              </a:rPr>
              <a:t>CMYK:</a:t>
            </a:r>
            <a:r>
              <a:rPr kumimoji="0" lang="zh-CN" altLang="en-US" sz="1000" b="0" i="0" u="none" strike="noStrike" cap="none" spc="0" normalizeH="0" baseline="0" dirty="0">
                <a:ln>
                  <a:noFill/>
                </a:ln>
                <a:solidFill>
                  <a:schemeClr val="bg1"/>
                </a:solidFill>
                <a:effectLst/>
                <a:uFillTx/>
                <a:latin typeface="Microsoft YaHei Light" panose="020B0503020204020204" pitchFamily="34" charset="-122"/>
                <a:ea typeface="Microsoft YaHei Light" panose="020B0503020204020204" pitchFamily="34" charset="-122"/>
                <a:cs typeface="+mj-cs"/>
                <a:sym typeface="DengXian"/>
              </a:rPr>
              <a:t> </a:t>
            </a:r>
            <a:r>
              <a:rPr kumimoji="0" lang="en-US" altLang="zh-CN" sz="1000" b="0" i="0" u="none" strike="noStrike" cap="none" spc="0" normalizeH="0" baseline="0" dirty="0">
                <a:ln>
                  <a:noFill/>
                </a:ln>
                <a:solidFill>
                  <a:schemeClr val="bg1"/>
                </a:solidFill>
                <a:effectLst/>
                <a:uFillTx/>
                <a:latin typeface="Microsoft YaHei Light" panose="020B0503020204020204" pitchFamily="34" charset="-122"/>
                <a:ea typeface="Microsoft YaHei Light" panose="020B0503020204020204" pitchFamily="34" charset="-122"/>
                <a:cs typeface="+mj-cs"/>
                <a:sym typeface="DengXian"/>
              </a:rPr>
              <a:t>46/58/70/0</a:t>
            </a:r>
            <a:endParaRPr kumimoji="0" lang="zh-CN" altLang="en-US" sz="1000" b="0" i="0" u="none" strike="noStrike" cap="none" spc="0" normalizeH="0" baseline="0" dirty="0">
              <a:ln>
                <a:noFill/>
              </a:ln>
              <a:solidFill>
                <a:schemeClr val="bg1"/>
              </a:solidFill>
              <a:effectLst/>
              <a:uFillTx/>
              <a:latin typeface="Microsoft YaHei Light" panose="020B0503020204020204" pitchFamily="34" charset="-122"/>
              <a:ea typeface="Microsoft YaHei Light" panose="020B0503020204020204" pitchFamily="34" charset="-122"/>
              <a:sym typeface="DengXian"/>
            </a:endParaRPr>
          </a:p>
        </p:txBody>
      </p:sp>
      <p:sp>
        <p:nvSpPr>
          <p:cNvPr id="57" name="文本框 56">
            <a:extLst>
              <a:ext uri="{FF2B5EF4-FFF2-40B4-BE49-F238E27FC236}">
                <a16:creationId xmlns:a16="http://schemas.microsoft.com/office/drawing/2014/main" id="{2D6B5D62-5513-1841-BEEE-DE00382DB513}"/>
              </a:ext>
            </a:extLst>
          </p:cNvPr>
          <p:cNvSpPr txBox="1"/>
          <p:nvPr userDrawn="1"/>
        </p:nvSpPr>
        <p:spPr>
          <a:xfrm>
            <a:off x="2132358" y="4380798"/>
            <a:ext cx="228600" cy="400110"/>
          </a:xfrm>
          <a:prstGeom prst="rect">
            <a:avLst/>
          </a:prstGeom>
          <a:noFill/>
        </p:spPr>
        <p:txBody>
          <a:bodyPr wrap="square">
            <a:spAutoFit/>
          </a:bodyPr>
          <a:lstStyle/>
          <a:p>
            <a:r>
              <a:rPr lang="zh-CN" altLang="en-US" sz="1000" b="0" dirty="0">
                <a:solidFill>
                  <a:schemeClr val="tx1">
                    <a:lumMod val="50000"/>
                    <a:lumOff val="50000"/>
                  </a:schemeClr>
                </a:solidFill>
                <a:latin typeface="Microsoft YaHei" panose="020B0503020204020204" pitchFamily="34" charset="-122"/>
                <a:ea typeface="Microsoft YaHei" panose="020B0503020204020204" pitchFamily="34" charset="-122"/>
              </a:rPr>
              <a:t>深</a:t>
            </a:r>
            <a:endParaRPr lang="en-US" altLang="zh-CN" sz="1000" b="0" dirty="0">
              <a:solidFill>
                <a:schemeClr val="tx1">
                  <a:lumMod val="50000"/>
                  <a:lumOff val="50000"/>
                </a:schemeClr>
              </a:solidFill>
              <a:latin typeface="Microsoft YaHei" panose="020B0503020204020204" pitchFamily="34" charset="-122"/>
              <a:ea typeface="Microsoft YaHei" panose="020B0503020204020204" pitchFamily="34" charset="-122"/>
            </a:endParaRPr>
          </a:p>
          <a:p>
            <a:r>
              <a:rPr lang="zh-CN" altLang="en-US" sz="1000" b="0" dirty="0">
                <a:solidFill>
                  <a:schemeClr val="tx1">
                    <a:lumMod val="50000"/>
                    <a:lumOff val="50000"/>
                  </a:schemeClr>
                </a:solidFill>
                <a:latin typeface="Microsoft YaHei" panose="020B0503020204020204" pitchFamily="34" charset="-122"/>
                <a:ea typeface="Microsoft YaHei" panose="020B0503020204020204" pitchFamily="34" charset="-122"/>
              </a:rPr>
              <a:t>色</a:t>
            </a:r>
            <a:endParaRPr lang="zh-CN" altLang="en-US" sz="1000" dirty="0">
              <a:solidFill>
                <a:schemeClr val="tx1">
                  <a:lumMod val="50000"/>
                  <a:lumOff val="50000"/>
                </a:schemeClr>
              </a:solidFill>
            </a:endParaRPr>
          </a:p>
        </p:txBody>
      </p:sp>
      <p:sp>
        <p:nvSpPr>
          <p:cNvPr id="58" name="文本框 57">
            <a:extLst>
              <a:ext uri="{FF2B5EF4-FFF2-40B4-BE49-F238E27FC236}">
                <a16:creationId xmlns:a16="http://schemas.microsoft.com/office/drawing/2014/main" id="{CB2DD788-6A0F-CA49-B65B-928A2911CB7C}"/>
              </a:ext>
            </a:extLst>
          </p:cNvPr>
          <p:cNvSpPr txBox="1"/>
          <p:nvPr userDrawn="1"/>
        </p:nvSpPr>
        <p:spPr>
          <a:xfrm>
            <a:off x="2132358" y="3482235"/>
            <a:ext cx="228600" cy="400110"/>
          </a:xfrm>
          <a:prstGeom prst="rect">
            <a:avLst/>
          </a:prstGeom>
          <a:noFill/>
        </p:spPr>
        <p:txBody>
          <a:bodyPr wrap="square">
            <a:spAutoFit/>
          </a:bodyPr>
          <a:lstStyle/>
          <a:p>
            <a:r>
              <a:rPr lang="zh-CN" altLang="en-US" sz="1000" b="0" dirty="0">
                <a:solidFill>
                  <a:schemeClr val="tx1">
                    <a:lumMod val="50000"/>
                    <a:lumOff val="50000"/>
                  </a:schemeClr>
                </a:solidFill>
                <a:latin typeface="Microsoft YaHei" panose="020B0503020204020204" pitchFamily="34" charset="-122"/>
                <a:ea typeface="Microsoft YaHei" panose="020B0503020204020204" pitchFamily="34" charset="-122"/>
              </a:rPr>
              <a:t>浅色</a:t>
            </a:r>
            <a:endParaRPr lang="zh-CN" altLang="en-US" sz="1000" dirty="0">
              <a:solidFill>
                <a:schemeClr val="tx1">
                  <a:lumMod val="50000"/>
                  <a:lumOff val="50000"/>
                </a:schemeClr>
              </a:solidFill>
            </a:endParaRPr>
          </a:p>
        </p:txBody>
      </p:sp>
      <p:sp>
        <p:nvSpPr>
          <p:cNvPr id="59" name="文本框 58">
            <a:extLst>
              <a:ext uri="{FF2B5EF4-FFF2-40B4-BE49-F238E27FC236}">
                <a16:creationId xmlns:a16="http://schemas.microsoft.com/office/drawing/2014/main" id="{7D5A28B4-2140-FA43-94B0-0685A8C10071}"/>
              </a:ext>
            </a:extLst>
          </p:cNvPr>
          <p:cNvSpPr txBox="1"/>
          <p:nvPr userDrawn="1"/>
        </p:nvSpPr>
        <p:spPr>
          <a:xfrm>
            <a:off x="3874289" y="5810067"/>
            <a:ext cx="1480122" cy="553996"/>
          </a:xfrm>
          <a:prstGeom prst="rect">
            <a:avLst/>
          </a:prstGeom>
          <a:noFill/>
          <a:ln w="12700" cap="flat">
            <a:noFill/>
            <a:miter lim="400000"/>
          </a:ln>
        </p:spPr>
        <p:style>
          <a:lnRef idx="0">
            <a:srgbClr val="FFFFFF"/>
          </a:lnRef>
          <a:fillRef idx="0">
            <a:srgbClr val="FFFFFF"/>
          </a:fillRef>
          <a:effectRef idx="0">
            <a:srgbClr val="FFFFFF"/>
          </a:effectRef>
          <a:fontRef idx="none"/>
        </p:style>
        <p:txBody>
          <a:bodyPr rot="0" spcFirstLastPara="1" vertOverflow="overflow" horzOverflow="overflow" vert="horz" wrap="square" lIns="45719" tIns="45719" rIns="45719" bIns="45719" numCol="1" spcCol="38100" rtlCol="0" anchor="t">
            <a:spAutoFit/>
          </a:bodyPr>
          <a:lstStyle/>
          <a:p>
            <a:pPr marL="0" marR="0" indent="0" defTabSz="914400" rtl="0" fontAlgn="auto" latinLnBrk="0" hangingPunct="0">
              <a:lnSpc>
                <a:spcPct val="100000"/>
              </a:lnSpc>
              <a:spcBef>
                <a:spcPts val="0"/>
              </a:spcBef>
              <a:spcAft>
                <a:spcPts val="0"/>
              </a:spcAft>
              <a:buClrTx/>
              <a:buSzTx/>
              <a:buFontTx/>
              <a:buNone/>
            </a:pPr>
            <a:endParaRPr kumimoji="0" lang="en-US" altLang="zh-CN" sz="1000" b="0" i="0" u="none" strike="noStrike" cap="none" spc="0" normalizeH="0" baseline="0" dirty="0">
              <a:ln>
                <a:noFill/>
              </a:ln>
              <a:solidFill>
                <a:schemeClr val="bg1"/>
              </a:solidFill>
              <a:effectLst/>
              <a:uFillTx/>
              <a:latin typeface="Microsoft YaHei Light" panose="020B0503020204020204" pitchFamily="34" charset="-122"/>
              <a:ea typeface="Microsoft YaHei Light" panose="020B0503020204020204" pitchFamily="34" charset="-122"/>
              <a:cs typeface="+mj-cs"/>
              <a:sym typeface="DengXian"/>
            </a:endParaRPr>
          </a:p>
          <a:p>
            <a:pPr marL="0" marR="0" indent="0" defTabSz="914400" rtl="0" fontAlgn="auto" latinLnBrk="0" hangingPunct="0">
              <a:lnSpc>
                <a:spcPct val="100000"/>
              </a:lnSpc>
              <a:spcBef>
                <a:spcPts val="0"/>
              </a:spcBef>
              <a:spcAft>
                <a:spcPts val="0"/>
              </a:spcAft>
              <a:buClrTx/>
              <a:buSzTx/>
              <a:buFontTx/>
              <a:buNone/>
            </a:pPr>
            <a:r>
              <a:rPr lang="en-US" altLang="zh-CN" sz="1000" b="0" i="0" dirty="0">
                <a:solidFill>
                  <a:schemeClr val="bg1"/>
                </a:solidFill>
                <a:latin typeface="Microsoft YaHei Light" panose="020B0503020204020204" pitchFamily="34" charset="-122"/>
                <a:ea typeface="Microsoft YaHei Light" panose="020B0503020204020204" pitchFamily="34" charset="-122"/>
              </a:rPr>
              <a:t>RGB:</a:t>
            </a:r>
            <a:r>
              <a:rPr lang="zh-CN" altLang="en-US" sz="1000" b="0" i="0" dirty="0">
                <a:solidFill>
                  <a:schemeClr val="bg1"/>
                </a:solidFill>
                <a:latin typeface="Microsoft YaHei Light" panose="020B0503020204020204" pitchFamily="34" charset="-122"/>
                <a:ea typeface="Microsoft YaHei Light" panose="020B0503020204020204" pitchFamily="34" charset="-122"/>
              </a:rPr>
              <a:t> </a:t>
            </a:r>
            <a:r>
              <a:rPr lang="en-US" altLang="zh-CN" sz="1000" b="0" i="0" dirty="0">
                <a:solidFill>
                  <a:schemeClr val="bg1"/>
                </a:solidFill>
                <a:latin typeface="Microsoft YaHei Light" panose="020B0503020204020204" pitchFamily="34" charset="-122"/>
                <a:ea typeface="Microsoft YaHei Light" panose="020B0503020204020204" pitchFamily="34" charset="-122"/>
              </a:rPr>
              <a:t>157/116/83</a:t>
            </a:r>
          </a:p>
          <a:p>
            <a:pPr marL="0" marR="0" indent="0" defTabSz="914400" rtl="0" fontAlgn="auto" latinLnBrk="0" hangingPunct="0">
              <a:lnSpc>
                <a:spcPct val="100000"/>
              </a:lnSpc>
              <a:spcBef>
                <a:spcPts val="0"/>
              </a:spcBef>
              <a:spcAft>
                <a:spcPts val="0"/>
              </a:spcAft>
              <a:buClrTx/>
              <a:buSzTx/>
              <a:buFontTx/>
              <a:buNone/>
            </a:pPr>
            <a:r>
              <a:rPr kumimoji="0" lang="en-US" altLang="zh-CN" sz="1000" b="0" i="0" u="none" strike="noStrike" cap="none" spc="0" normalizeH="0" baseline="0" dirty="0">
                <a:ln>
                  <a:noFill/>
                </a:ln>
                <a:solidFill>
                  <a:schemeClr val="bg1"/>
                </a:solidFill>
                <a:effectLst/>
                <a:uFillTx/>
                <a:latin typeface="Microsoft YaHei Light" panose="020B0503020204020204" pitchFamily="34" charset="-122"/>
                <a:ea typeface="Microsoft YaHei Light" panose="020B0503020204020204" pitchFamily="34" charset="-122"/>
                <a:cs typeface="+mj-cs"/>
                <a:sym typeface="DengXian"/>
              </a:rPr>
              <a:t>CMYK:</a:t>
            </a:r>
            <a:r>
              <a:rPr kumimoji="0" lang="zh-CN" altLang="en-US" sz="1000" b="0" i="0" u="none" strike="noStrike" cap="none" spc="0" normalizeH="0" baseline="0" dirty="0">
                <a:ln>
                  <a:noFill/>
                </a:ln>
                <a:solidFill>
                  <a:schemeClr val="bg1"/>
                </a:solidFill>
                <a:effectLst/>
                <a:uFillTx/>
                <a:latin typeface="Microsoft YaHei Light" panose="020B0503020204020204" pitchFamily="34" charset="-122"/>
                <a:ea typeface="Microsoft YaHei Light" panose="020B0503020204020204" pitchFamily="34" charset="-122"/>
                <a:cs typeface="+mj-cs"/>
                <a:sym typeface="DengXian"/>
              </a:rPr>
              <a:t> </a:t>
            </a:r>
            <a:r>
              <a:rPr kumimoji="0" lang="en-US" altLang="zh-CN" sz="1000" b="0" i="0" u="none" strike="noStrike" cap="none" spc="0" normalizeH="0" baseline="0" dirty="0">
                <a:ln>
                  <a:noFill/>
                </a:ln>
                <a:solidFill>
                  <a:schemeClr val="bg1"/>
                </a:solidFill>
                <a:effectLst/>
                <a:uFillTx/>
                <a:latin typeface="Microsoft YaHei Light" panose="020B0503020204020204" pitchFamily="34" charset="-122"/>
                <a:ea typeface="Microsoft YaHei Light" panose="020B0503020204020204" pitchFamily="34" charset="-122"/>
                <a:cs typeface="+mj-cs"/>
                <a:sym typeface="DengXian"/>
              </a:rPr>
              <a:t>46/58/70/0</a:t>
            </a:r>
            <a:endParaRPr kumimoji="0" lang="zh-CN" altLang="en-US" sz="1000" b="0" i="0" u="none" strike="noStrike" cap="none" spc="0" normalizeH="0" baseline="0" dirty="0">
              <a:ln>
                <a:noFill/>
              </a:ln>
              <a:solidFill>
                <a:schemeClr val="bg1"/>
              </a:solidFill>
              <a:effectLst/>
              <a:uFillTx/>
              <a:latin typeface="Microsoft YaHei Light" panose="020B0503020204020204" pitchFamily="34" charset="-122"/>
              <a:ea typeface="Microsoft YaHei Light" panose="020B0503020204020204" pitchFamily="34" charset="-122"/>
              <a:sym typeface="DengXian"/>
            </a:endParaRPr>
          </a:p>
        </p:txBody>
      </p:sp>
      <p:sp>
        <p:nvSpPr>
          <p:cNvPr id="60" name="文本框 59">
            <a:extLst>
              <a:ext uri="{FF2B5EF4-FFF2-40B4-BE49-F238E27FC236}">
                <a16:creationId xmlns:a16="http://schemas.microsoft.com/office/drawing/2014/main" id="{ECE27F9F-1701-5342-A018-FB71C52CE3C2}"/>
              </a:ext>
            </a:extLst>
          </p:cNvPr>
          <p:cNvSpPr txBox="1"/>
          <p:nvPr userDrawn="1"/>
        </p:nvSpPr>
        <p:spPr>
          <a:xfrm>
            <a:off x="2137072" y="5938244"/>
            <a:ext cx="228600" cy="400110"/>
          </a:xfrm>
          <a:prstGeom prst="rect">
            <a:avLst/>
          </a:prstGeom>
          <a:noFill/>
        </p:spPr>
        <p:txBody>
          <a:bodyPr wrap="square">
            <a:spAutoFit/>
          </a:bodyPr>
          <a:lstStyle/>
          <a:p>
            <a:r>
              <a:rPr lang="zh-CN" altLang="en-US" sz="1000" b="0" dirty="0">
                <a:solidFill>
                  <a:schemeClr val="tx1">
                    <a:lumMod val="50000"/>
                    <a:lumOff val="50000"/>
                  </a:schemeClr>
                </a:solidFill>
                <a:latin typeface="Microsoft YaHei" panose="020B0503020204020204" pitchFamily="34" charset="-122"/>
                <a:ea typeface="Microsoft YaHei" panose="020B0503020204020204" pitchFamily="34" charset="-122"/>
              </a:rPr>
              <a:t>深</a:t>
            </a:r>
            <a:endParaRPr lang="en-US" altLang="zh-CN" sz="1000" b="0" dirty="0">
              <a:solidFill>
                <a:schemeClr val="tx1">
                  <a:lumMod val="50000"/>
                  <a:lumOff val="50000"/>
                </a:schemeClr>
              </a:solidFill>
              <a:latin typeface="Microsoft YaHei" panose="020B0503020204020204" pitchFamily="34" charset="-122"/>
              <a:ea typeface="Microsoft YaHei" panose="020B0503020204020204" pitchFamily="34" charset="-122"/>
            </a:endParaRPr>
          </a:p>
          <a:p>
            <a:r>
              <a:rPr lang="zh-CN" altLang="en-US" sz="1000" b="0" dirty="0">
                <a:solidFill>
                  <a:schemeClr val="tx1">
                    <a:lumMod val="50000"/>
                    <a:lumOff val="50000"/>
                  </a:schemeClr>
                </a:solidFill>
                <a:latin typeface="Microsoft YaHei" panose="020B0503020204020204" pitchFamily="34" charset="-122"/>
                <a:ea typeface="Microsoft YaHei" panose="020B0503020204020204" pitchFamily="34" charset="-122"/>
              </a:rPr>
              <a:t>色</a:t>
            </a:r>
            <a:endParaRPr lang="zh-CN" altLang="en-US" sz="1000" dirty="0">
              <a:solidFill>
                <a:schemeClr val="tx1">
                  <a:lumMod val="50000"/>
                  <a:lumOff val="50000"/>
                </a:schemeClr>
              </a:solidFill>
            </a:endParaRPr>
          </a:p>
        </p:txBody>
      </p:sp>
      <p:sp>
        <p:nvSpPr>
          <p:cNvPr id="61" name="文本框 60">
            <a:extLst>
              <a:ext uri="{FF2B5EF4-FFF2-40B4-BE49-F238E27FC236}">
                <a16:creationId xmlns:a16="http://schemas.microsoft.com/office/drawing/2014/main" id="{ACA75DD9-8649-2F45-BB1D-B570076C1B60}"/>
              </a:ext>
            </a:extLst>
          </p:cNvPr>
          <p:cNvSpPr txBox="1"/>
          <p:nvPr userDrawn="1"/>
        </p:nvSpPr>
        <p:spPr>
          <a:xfrm>
            <a:off x="2093285" y="5102615"/>
            <a:ext cx="228600" cy="400110"/>
          </a:xfrm>
          <a:prstGeom prst="rect">
            <a:avLst/>
          </a:prstGeom>
          <a:noFill/>
        </p:spPr>
        <p:txBody>
          <a:bodyPr wrap="square">
            <a:spAutoFit/>
          </a:bodyPr>
          <a:lstStyle/>
          <a:p>
            <a:r>
              <a:rPr lang="zh-CN" altLang="en-US" sz="1000" b="0" dirty="0">
                <a:solidFill>
                  <a:schemeClr val="tx1">
                    <a:lumMod val="50000"/>
                    <a:lumOff val="50000"/>
                  </a:schemeClr>
                </a:solidFill>
                <a:latin typeface="Microsoft YaHei" panose="020B0503020204020204" pitchFamily="34" charset="-122"/>
                <a:ea typeface="Microsoft YaHei" panose="020B0503020204020204" pitchFamily="34" charset="-122"/>
              </a:rPr>
              <a:t>浅色</a:t>
            </a:r>
            <a:endParaRPr lang="zh-CN" altLang="en-US" sz="1000" dirty="0">
              <a:solidFill>
                <a:schemeClr val="tx1">
                  <a:lumMod val="50000"/>
                  <a:lumOff val="50000"/>
                </a:schemeClr>
              </a:solidFill>
            </a:endParaRPr>
          </a:p>
        </p:txBody>
      </p:sp>
      <p:sp>
        <p:nvSpPr>
          <p:cNvPr id="62" name="矩形 61">
            <a:extLst>
              <a:ext uri="{FF2B5EF4-FFF2-40B4-BE49-F238E27FC236}">
                <a16:creationId xmlns:a16="http://schemas.microsoft.com/office/drawing/2014/main" id="{24F87B05-89B0-3D49-8A07-4837C91AD472}"/>
              </a:ext>
            </a:extLst>
          </p:cNvPr>
          <p:cNvSpPr/>
          <p:nvPr userDrawn="1"/>
        </p:nvSpPr>
        <p:spPr>
          <a:xfrm>
            <a:off x="2371364" y="5909102"/>
            <a:ext cx="1254034" cy="418075"/>
          </a:xfrm>
          <a:prstGeom prst="rect">
            <a:avLst/>
          </a:prstGeom>
          <a:solidFill>
            <a:srgbClr val="C6592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p>
        </p:txBody>
      </p:sp>
      <p:sp>
        <p:nvSpPr>
          <p:cNvPr id="63" name="矩形 62">
            <a:extLst>
              <a:ext uri="{FF2B5EF4-FFF2-40B4-BE49-F238E27FC236}">
                <a16:creationId xmlns:a16="http://schemas.microsoft.com/office/drawing/2014/main" id="{E57CB2E5-3ADB-D449-A557-4865B5855660}"/>
              </a:ext>
            </a:extLst>
          </p:cNvPr>
          <p:cNvSpPr/>
          <p:nvPr userDrawn="1"/>
        </p:nvSpPr>
        <p:spPr>
          <a:xfrm>
            <a:off x="3849769" y="5909101"/>
            <a:ext cx="1254034" cy="418075"/>
          </a:xfrm>
          <a:prstGeom prst="rect">
            <a:avLst/>
          </a:prstGeom>
          <a:solidFill>
            <a:srgbClr val="28559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p>
        </p:txBody>
      </p:sp>
      <p:sp>
        <p:nvSpPr>
          <p:cNvPr id="64" name="矩形 63">
            <a:extLst>
              <a:ext uri="{FF2B5EF4-FFF2-40B4-BE49-F238E27FC236}">
                <a16:creationId xmlns:a16="http://schemas.microsoft.com/office/drawing/2014/main" id="{8BB31CCE-0997-A448-8D79-9D43D8E87888}"/>
              </a:ext>
            </a:extLst>
          </p:cNvPr>
          <p:cNvSpPr/>
          <p:nvPr userDrawn="1"/>
        </p:nvSpPr>
        <p:spPr>
          <a:xfrm>
            <a:off x="5303013" y="5909100"/>
            <a:ext cx="1254034" cy="418075"/>
          </a:xfrm>
          <a:prstGeom prst="rect">
            <a:avLst/>
          </a:prstGeom>
          <a:solidFill>
            <a:srgbClr val="8737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p>
        </p:txBody>
      </p:sp>
      <p:sp>
        <p:nvSpPr>
          <p:cNvPr id="65" name="矩形 64">
            <a:extLst>
              <a:ext uri="{FF2B5EF4-FFF2-40B4-BE49-F238E27FC236}">
                <a16:creationId xmlns:a16="http://schemas.microsoft.com/office/drawing/2014/main" id="{A20E130D-2886-3B40-9297-AE6E54CE31D3}"/>
              </a:ext>
            </a:extLst>
          </p:cNvPr>
          <p:cNvSpPr/>
          <p:nvPr userDrawn="1"/>
        </p:nvSpPr>
        <p:spPr>
          <a:xfrm>
            <a:off x="6804019" y="5887285"/>
            <a:ext cx="1254034" cy="418075"/>
          </a:xfrm>
          <a:prstGeom prst="rect">
            <a:avLst/>
          </a:prstGeom>
          <a:solidFill>
            <a:srgbClr val="43166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p>
        </p:txBody>
      </p:sp>
      <p:sp>
        <p:nvSpPr>
          <p:cNvPr id="66" name="矩形 65">
            <a:extLst>
              <a:ext uri="{FF2B5EF4-FFF2-40B4-BE49-F238E27FC236}">
                <a16:creationId xmlns:a16="http://schemas.microsoft.com/office/drawing/2014/main" id="{F0FE30ED-4F99-6342-BA82-6F9DDBD754F7}"/>
              </a:ext>
            </a:extLst>
          </p:cNvPr>
          <p:cNvSpPr/>
          <p:nvPr userDrawn="1"/>
        </p:nvSpPr>
        <p:spPr>
          <a:xfrm>
            <a:off x="8282424" y="5887284"/>
            <a:ext cx="1254034" cy="418075"/>
          </a:xfrm>
          <a:prstGeom prst="rect">
            <a:avLst/>
          </a:prstGeom>
          <a:solidFill>
            <a:srgbClr val="2D146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p>
        </p:txBody>
      </p:sp>
      <p:sp>
        <p:nvSpPr>
          <p:cNvPr id="67" name="矩形 66">
            <a:extLst>
              <a:ext uri="{FF2B5EF4-FFF2-40B4-BE49-F238E27FC236}">
                <a16:creationId xmlns:a16="http://schemas.microsoft.com/office/drawing/2014/main" id="{2B996329-3CE9-1443-A18C-F8BEB2C9DAE5}"/>
              </a:ext>
            </a:extLst>
          </p:cNvPr>
          <p:cNvSpPr/>
          <p:nvPr userDrawn="1"/>
        </p:nvSpPr>
        <p:spPr>
          <a:xfrm>
            <a:off x="9735668" y="5887283"/>
            <a:ext cx="1254034" cy="418075"/>
          </a:xfrm>
          <a:prstGeom prst="rect">
            <a:avLst/>
          </a:prstGeom>
          <a:solidFill>
            <a:srgbClr val="6204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p>
        </p:txBody>
      </p:sp>
      <p:sp>
        <p:nvSpPr>
          <p:cNvPr id="68" name="文本框 67">
            <a:extLst>
              <a:ext uri="{FF2B5EF4-FFF2-40B4-BE49-F238E27FC236}">
                <a16:creationId xmlns:a16="http://schemas.microsoft.com/office/drawing/2014/main" id="{14A4DFF8-28A0-144F-A02F-F66FD2FD0516}"/>
              </a:ext>
            </a:extLst>
          </p:cNvPr>
          <p:cNvSpPr txBox="1"/>
          <p:nvPr userDrawn="1"/>
        </p:nvSpPr>
        <p:spPr>
          <a:xfrm>
            <a:off x="2422356" y="5773755"/>
            <a:ext cx="1480122" cy="553996"/>
          </a:xfrm>
          <a:prstGeom prst="rect">
            <a:avLst/>
          </a:prstGeom>
          <a:noFill/>
          <a:ln w="12700" cap="flat">
            <a:noFill/>
            <a:miter lim="400000"/>
          </a:ln>
        </p:spPr>
        <p:style>
          <a:lnRef idx="0">
            <a:srgbClr val="FFFFFF"/>
          </a:lnRef>
          <a:fillRef idx="0">
            <a:srgbClr val="FFFFFF"/>
          </a:fillRef>
          <a:effectRef idx="0">
            <a:srgbClr val="FFFFFF"/>
          </a:effectRef>
          <a:fontRef idx="none"/>
        </p:style>
        <p:txBody>
          <a:bodyPr rot="0" spcFirstLastPara="1" vertOverflow="overflow" horzOverflow="overflow" vert="horz" wrap="square" lIns="45719" tIns="45719" rIns="45719" bIns="45719" numCol="1" spcCol="38100" rtlCol="0" anchor="t">
            <a:spAutoFit/>
          </a:bodyPr>
          <a:lstStyle/>
          <a:p>
            <a:pPr marL="0" marR="0" indent="0" defTabSz="914400" rtl="0" fontAlgn="auto" latinLnBrk="0" hangingPunct="0">
              <a:lnSpc>
                <a:spcPct val="100000"/>
              </a:lnSpc>
              <a:spcBef>
                <a:spcPts val="0"/>
              </a:spcBef>
              <a:spcAft>
                <a:spcPts val="0"/>
              </a:spcAft>
              <a:buClrTx/>
              <a:buSzTx/>
              <a:buFontTx/>
              <a:buNone/>
            </a:pPr>
            <a:endParaRPr kumimoji="0" lang="en-US" altLang="zh-CN" sz="1000" b="0" i="0" u="none" strike="noStrike" cap="none" spc="0" normalizeH="0" baseline="0" dirty="0">
              <a:ln>
                <a:noFill/>
              </a:ln>
              <a:solidFill>
                <a:schemeClr val="bg1"/>
              </a:solidFill>
              <a:effectLst/>
              <a:uFillTx/>
              <a:latin typeface="Microsoft YaHei Light" panose="020B0503020204020204" pitchFamily="34" charset="-122"/>
              <a:ea typeface="Microsoft YaHei Light" panose="020B0503020204020204" pitchFamily="34" charset="-122"/>
              <a:cs typeface="+mj-cs"/>
              <a:sym typeface="DengXian"/>
            </a:endParaRPr>
          </a:p>
          <a:p>
            <a:pPr marL="0" marR="0" indent="0" defTabSz="914400" rtl="0" fontAlgn="auto" latinLnBrk="0" hangingPunct="0">
              <a:lnSpc>
                <a:spcPct val="100000"/>
              </a:lnSpc>
              <a:spcBef>
                <a:spcPts val="0"/>
              </a:spcBef>
              <a:spcAft>
                <a:spcPts val="0"/>
              </a:spcAft>
              <a:buClrTx/>
              <a:buSzTx/>
              <a:buFontTx/>
              <a:buNone/>
            </a:pPr>
            <a:r>
              <a:rPr lang="en-US" altLang="zh-CN" sz="1000" b="0" i="0" dirty="0">
                <a:solidFill>
                  <a:schemeClr val="bg1"/>
                </a:solidFill>
                <a:latin typeface="Microsoft YaHei Light" panose="020B0503020204020204" pitchFamily="34" charset="-122"/>
                <a:ea typeface="Microsoft YaHei Light" panose="020B0503020204020204" pitchFamily="34" charset="-122"/>
              </a:rPr>
              <a:t>RGB:</a:t>
            </a:r>
            <a:r>
              <a:rPr lang="zh-CN" altLang="en-US" sz="1000" b="0" i="0" dirty="0">
                <a:solidFill>
                  <a:schemeClr val="bg1"/>
                </a:solidFill>
                <a:latin typeface="Microsoft YaHei Light" panose="020B0503020204020204" pitchFamily="34" charset="-122"/>
                <a:ea typeface="Microsoft YaHei Light" panose="020B0503020204020204" pitchFamily="34" charset="-122"/>
              </a:rPr>
              <a:t> </a:t>
            </a:r>
            <a:r>
              <a:rPr lang="en-US" altLang="zh-CN" sz="1000" b="0" i="0" dirty="0">
                <a:solidFill>
                  <a:schemeClr val="bg1"/>
                </a:solidFill>
                <a:latin typeface="Microsoft YaHei Light" panose="020B0503020204020204" pitchFamily="34" charset="-122"/>
                <a:ea typeface="Microsoft YaHei Light" panose="020B0503020204020204" pitchFamily="34" charset="-122"/>
              </a:rPr>
              <a:t>198/89/41</a:t>
            </a:r>
          </a:p>
          <a:p>
            <a:pPr marL="0" marR="0" indent="0" defTabSz="914400" rtl="0" fontAlgn="auto" latinLnBrk="0" hangingPunct="0">
              <a:lnSpc>
                <a:spcPct val="100000"/>
              </a:lnSpc>
              <a:spcBef>
                <a:spcPts val="0"/>
              </a:spcBef>
              <a:spcAft>
                <a:spcPts val="0"/>
              </a:spcAft>
              <a:buClrTx/>
              <a:buSzTx/>
              <a:buFontTx/>
              <a:buNone/>
            </a:pPr>
            <a:r>
              <a:rPr kumimoji="0" lang="en-US" altLang="zh-CN" sz="1000" b="0" i="0" u="none" strike="noStrike" cap="none" spc="0" normalizeH="0" baseline="0" dirty="0">
                <a:ln>
                  <a:noFill/>
                </a:ln>
                <a:solidFill>
                  <a:schemeClr val="bg1"/>
                </a:solidFill>
                <a:effectLst/>
                <a:uFillTx/>
                <a:latin typeface="Microsoft YaHei Light" panose="020B0503020204020204" pitchFamily="34" charset="-122"/>
                <a:ea typeface="Microsoft YaHei Light" panose="020B0503020204020204" pitchFamily="34" charset="-122"/>
                <a:cs typeface="+mj-cs"/>
                <a:sym typeface="DengXian"/>
              </a:rPr>
              <a:t>CMYK:</a:t>
            </a:r>
            <a:r>
              <a:rPr kumimoji="0" lang="zh-CN" altLang="en-US" sz="1000" b="0" i="0" u="none" strike="noStrike" cap="none" spc="0" normalizeH="0" baseline="0" dirty="0">
                <a:ln>
                  <a:noFill/>
                </a:ln>
                <a:solidFill>
                  <a:schemeClr val="bg1"/>
                </a:solidFill>
                <a:effectLst/>
                <a:uFillTx/>
                <a:latin typeface="Microsoft YaHei Light" panose="020B0503020204020204" pitchFamily="34" charset="-122"/>
                <a:ea typeface="Microsoft YaHei Light" panose="020B0503020204020204" pitchFamily="34" charset="-122"/>
                <a:cs typeface="+mj-cs"/>
                <a:sym typeface="DengXian"/>
              </a:rPr>
              <a:t> </a:t>
            </a:r>
            <a:r>
              <a:rPr kumimoji="0" lang="en-US" altLang="zh-CN" sz="1000" b="0" i="0" u="none" strike="noStrike" cap="none" spc="0" normalizeH="0" baseline="0" dirty="0">
                <a:ln>
                  <a:noFill/>
                </a:ln>
                <a:solidFill>
                  <a:schemeClr val="bg1"/>
                </a:solidFill>
                <a:effectLst/>
                <a:uFillTx/>
                <a:latin typeface="Microsoft YaHei Light" panose="020B0503020204020204" pitchFamily="34" charset="-122"/>
                <a:ea typeface="Microsoft YaHei Light" panose="020B0503020204020204" pitchFamily="34" charset="-122"/>
                <a:cs typeface="+mj-cs"/>
                <a:sym typeface="DengXian"/>
              </a:rPr>
              <a:t>28/77/92/0</a:t>
            </a:r>
            <a:endParaRPr kumimoji="0" lang="zh-CN" altLang="en-US" sz="1000" b="0" i="0" u="none" strike="noStrike" cap="none" spc="0" normalizeH="0" baseline="0" dirty="0">
              <a:ln>
                <a:noFill/>
              </a:ln>
              <a:solidFill>
                <a:schemeClr val="bg1"/>
              </a:solidFill>
              <a:effectLst/>
              <a:uFillTx/>
              <a:latin typeface="Microsoft YaHei Light" panose="020B0503020204020204" pitchFamily="34" charset="-122"/>
              <a:ea typeface="Microsoft YaHei Light" panose="020B0503020204020204" pitchFamily="34" charset="-122"/>
              <a:sym typeface="DengXian"/>
            </a:endParaRPr>
          </a:p>
        </p:txBody>
      </p:sp>
      <p:sp>
        <p:nvSpPr>
          <p:cNvPr id="69" name="文本框 68">
            <a:extLst>
              <a:ext uri="{FF2B5EF4-FFF2-40B4-BE49-F238E27FC236}">
                <a16:creationId xmlns:a16="http://schemas.microsoft.com/office/drawing/2014/main" id="{FE0570DF-6C0F-E349-8F56-DA3218692F91}"/>
              </a:ext>
            </a:extLst>
          </p:cNvPr>
          <p:cNvSpPr txBox="1"/>
          <p:nvPr userDrawn="1"/>
        </p:nvSpPr>
        <p:spPr>
          <a:xfrm>
            <a:off x="3851689" y="5753881"/>
            <a:ext cx="1480122" cy="553996"/>
          </a:xfrm>
          <a:prstGeom prst="rect">
            <a:avLst/>
          </a:prstGeom>
          <a:noFill/>
          <a:ln w="12700" cap="flat">
            <a:noFill/>
            <a:miter lim="400000"/>
          </a:ln>
        </p:spPr>
        <p:style>
          <a:lnRef idx="0">
            <a:srgbClr val="FFFFFF"/>
          </a:lnRef>
          <a:fillRef idx="0">
            <a:srgbClr val="FFFFFF"/>
          </a:fillRef>
          <a:effectRef idx="0">
            <a:srgbClr val="FFFFFF"/>
          </a:effectRef>
          <a:fontRef idx="none"/>
        </p:style>
        <p:txBody>
          <a:bodyPr rot="0" spcFirstLastPara="1" vertOverflow="overflow" horzOverflow="overflow" vert="horz" wrap="square" lIns="45719" tIns="45719" rIns="45719" bIns="45719" numCol="1" spcCol="38100" rtlCol="0" anchor="t">
            <a:spAutoFit/>
          </a:bodyPr>
          <a:lstStyle/>
          <a:p>
            <a:pPr marL="0" marR="0" indent="0" defTabSz="914400" rtl="0" fontAlgn="auto" latinLnBrk="0" hangingPunct="0">
              <a:lnSpc>
                <a:spcPct val="100000"/>
              </a:lnSpc>
              <a:spcBef>
                <a:spcPts val="0"/>
              </a:spcBef>
              <a:spcAft>
                <a:spcPts val="0"/>
              </a:spcAft>
              <a:buClrTx/>
              <a:buSzTx/>
              <a:buFontTx/>
              <a:buNone/>
            </a:pPr>
            <a:endParaRPr kumimoji="0" lang="en-US" altLang="zh-CN" sz="1000" b="0" i="0" u="none" strike="noStrike" cap="none" spc="0" normalizeH="0" baseline="0" dirty="0">
              <a:ln>
                <a:noFill/>
              </a:ln>
              <a:solidFill>
                <a:schemeClr val="bg1"/>
              </a:solidFill>
              <a:effectLst/>
              <a:uFillTx/>
              <a:latin typeface="Microsoft YaHei Light" panose="020B0503020204020204" pitchFamily="34" charset="-122"/>
              <a:ea typeface="Microsoft YaHei Light" panose="020B0503020204020204" pitchFamily="34" charset="-122"/>
              <a:cs typeface="+mj-cs"/>
              <a:sym typeface="DengXian"/>
            </a:endParaRPr>
          </a:p>
          <a:p>
            <a:pPr marL="0" marR="0" indent="0" defTabSz="914400" rtl="0" fontAlgn="auto" latinLnBrk="0" hangingPunct="0">
              <a:lnSpc>
                <a:spcPct val="100000"/>
              </a:lnSpc>
              <a:spcBef>
                <a:spcPts val="0"/>
              </a:spcBef>
              <a:spcAft>
                <a:spcPts val="0"/>
              </a:spcAft>
              <a:buClrTx/>
              <a:buSzTx/>
              <a:buFontTx/>
              <a:buNone/>
            </a:pPr>
            <a:r>
              <a:rPr lang="en-US" altLang="zh-CN" sz="1000" b="0" i="0" dirty="0">
                <a:solidFill>
                  <a:schemeClr val="bg1"/>
                </a:solidFill>
                <a:latin typeface="Microsoft YaHei Light" panose="020B0503020204020204" pitchFamily="34" charset="-122"/>
                <a:ea typeface="Microsoft YaHei Light" panose="020B0503020204020204" pitchFamily="34" charset="-122"/>
              </a:rPr>
              <a:t>RGB:</a:t>
            </a:r>
            <a:r>
              <a:rPr lang="zh-CN" altLang="en-US" sz="1000" b="0" i="0" dirty="0">
                <a:solidFill>
                  <a:schemeClr val="bg1"/>
                </a:solidFill>
                <a:latin typeface="Microsoft YaHei Light" panose="020B0503020204020204" pitchFamily="34" charset="-122"/>
                <a:ea typeface="Microsoft YaHei Light" panose="020B0503020204020204" pitchFamily="34" charset="-122"/>
              </a:rPr>
              <a:t> </a:t>
            </a:r>
            <a:r>
              <a:rPr lang="en-US" altLang="zh-CN" sz="1000" b="0" i="0" dirty="0">
                <a:solidFill>
                  <a:schemeClr val="bg1"/>
                </a:solidFill>
                <a:latin typeface="Microsoft YaHei Light" panose="020B0503020204020204" pitchFamily="34" charset="-122"/>
                <a:ea typeface="Microsoft YaHei Light" panose="020B0503020204020204" pitchFamily="34" charset="-122"/>
              </a:rPr>
              <a:t>41/86/147</a:t>
            </a:r>
          </a:p>
          <a:p>
            <a:pPr marL="0" marR="0" indent="0" defTabSz="914400" rtl="0" fontAlgn="auto" latinLnBrk="0" hangingPunct="0">
              <a:lnSpc>
                <a:spcPct val="100000"/>
              </a:lnSpc>
              <a:spcBef>
                <a:spcPts val="0"/>
              </a:spcBef>
              <a:spcAft>
                <a:spcPts val="0"/>
              </a:spcAft>
              <a:buClrTx/>
              <a:buSzTx/>
              <a:buFontTx/>
              <a:buNone/>
            </a:pPr>
            <a:r>
              <a:rPr kumimoji="0" lang="en-US" altLang="zh-CN" sz="1000" b="0" i="0" u="none" strike="noStrike" cap="none" spc="0" normalizeH="0" baseline="0" dirty="0">
                <a:ln>
                  <a:noFill/>
                </a:ln>
                <a:solidFill>
                  <a:schemeClr val="bg1"/>
                </a:solidFill>
                <a:effectLst/>
                <a:uFillTx/>
                <a:latin typeface="Microsoft YaHei Light" panose="020B0503020204020204" pitchFamily="34" charset="-122"/>
                <a:ea typeface="Microsoft YaHei Light" panose="020B0503020204020204" pitchFamily="34" charset="-122"/>
                <a:cs typeface="+mj-cs"/>
                <a:sym typeface="DengXian"/>
              </a:rPr>
              <a:t>CMYK:</a:t>
            </a:r>
            <a:r>
              <a:rPr kumimoji="0" lang="zh-CN" altLang="en-US" sz="1000" b="0" i="0" u="none" strike="noStrike" cap="none" spc="0" normalizeH="0" baseline="0" dirty="0">
                <a:ln>
                  <a:noFill/>
                </a:ln>
                <a:solidFill>
                  <a:schemeClr val="bg1"/>
                </a:solidFill>
                <a:effectLst/>
                <a:uFillTx/>
                <a:latin typeface="Microsoft YaHei Light" panose="020B0503020204020204" pitchFamily="34" charset="-122"/>
                <a:ea typeface="Microsoft YaHei Light" panose="020B0503020204020204" pitchFamily="34" charset="-122"/>
                <a:cs typeface="+mj-cs"/>
                <a:sym typeface="DengXian"/>
              </a:rPr>
              <a:t> </a:t>
            </a:r>
            <a:r>
              <a:rPr kumimoji="0" lang="en-US" altLang="zh-CN" sz="1000" b="0" i="0" u="none" strike="noStrike" cap="none" spc="0" normalizeH="0" baseline="0" dirty="0">
                <a:ln>
                  <a:noFill/>
                </a:ln>
                <a:solidFill>
                  <a:schemeClr val="bg1"/>
                </a:solidFill>
                <a:effectLst/>
                <a:uFillTx/>
                <a:latin typeface="Microsoft YaHei Light" panose="020B0503020204020204" pitchFamily="34" charset="-122"/>
                <a:ea typeface="Microsoft YaHei Light" panose="020B0503020204020204" pitchFamily="34" charset="-122"/>
                <a:cs typeface="+mj-cs"/>
                <a:sym typeface="DengXian"/>
              </a:rPr>
              <a:t>88/70/23/0</a:t>
            </a:r>
            <a:endParaRPr kumimoji="0" lang="zh-CN" altLang="en-US" sz="1000" b="0" i="0" u="none" strike="noStrike" cap="none" spc="0" normalizeH="0" baseline="0" dirty="0">
              <a:ln>
                <a:noFill/>
              </a:ln>
              <a:solidFill>
                <a:schemeClr val="bg1"/>
              </a:solidFill>
              <a:effectLst/>
              <a:uFillTx/>
              <a:latin typeface="Microsoft YaHei Light" panose="020B0503020204020204" pitchFamily="34" charset="-122"/>
              <a:ea typeface="Microsoft YaHei Light" panose="020B0503020204020204" pitchFamily="34" charset="-122"/>
              <a:sym typeface="DengXian"/>
            </a:endParaRPr>
          </a:p>
        </p:txBody>
      </p:sp>
      <p:sp>
        <p:nvSpPr>
          <p:cNvPr id="70" name="文本框 69">
            <a:extLst>
              <a:ext uri="{FF2B5EF4-FFF2-40B4-BE49-F238E27FC236}">
                <a16:creationId xmlns:a16="http://schemas.microsoft.com/office/drawing/2014/main" id="{F7F65EC2-7DED-5044-817B-CC44E673A796}"/>
              </a:ext>
            </a:extLst>
          </p:cNvPr>
          <p:cNvSpPr txBox="1"/>
          <p:nvPr userDrawn="1"/>
        </p:nvSpPr>
        <p:spPr>
          <a:xfrm>
            <a:off x="5294946" y="5773755"/>
            <a:ext cx="1480122" cy="553996"/>
          </a:xfrm>
          <a:prstGeom prst="rect">
            <a:avLst/>
          </a:prstGeom>
          <a:noFill/>
          <a:ln w="12700" cap="flat">
            <a:noFill/>
            <a:miter lim="400000"/>
          </a:ln>
        </p:spPr>
        <p:style>
          <a:lnRef idx="0">
            <a:srgbClr val="FFFFFF"/>
          </a:lnRef>
          <a:fillRef idx="0">
            <a:srgbClr val="FFFFFF"/>
          </a:fillRef>
          <a:effectRef idx="0">
            <a:srgbClr val="FFFFFF"/>
          </a:effectRef>
          <a:fontRef idx="none"/>
        </p:style>
        <p:txBody>
          <a:bodyPr rot="0" spcFirstLastPara="1" vertOverflow="overflow" horzOverflow="overflow" vert="horz" wrap="square" lIns="45719" tIns="45719" rIns="45719" bIns="45719" numCol="1" spcCol="38100" rtlCol="0" anchor="t">
            <a:spAutoFit/>
          </a:bodyPr>
          <a:lstStyle/>
          <a:p>
            <a:pPr marL="0" marR="0" indent="0" defTabSz="914400" rtl="0" fontAlgn="auto" latinLnBrk="0" hangingPunct="0">
              <a:lnSpc>
                <a:spcPct val="100000"/>
              </a:lnSpc>
              <a:spcBef>
                <a:spcPts val="0"/>
              </a:spcBef>
              <a:spcAft>
                <a:spcPts val="0"/>
              </a:spcAft>
              <a:buClrTx/>
              <a:buSzTx/>
              <a:buFontTx/>
              <a:buNone/>
            </a:pPr>
            <a:endParaRPr kumimoji="0" lang="en-US" altLang="zh-CN" sz="1000" b="0" i="0" u="none" strike="noStrike" cap="none" spc="0" normalizeH="0" baseline="0" dirty="0">
              <a:ln>
                <a:noFill/>
              </a:ln>
              <a:solidFill>
                <a:schemeClr val="bg1"/>
              </a:solidFill>
              <a:effectLst/>
              <a:uFillTx/>
              <a:latin typeface="Microsoft YaHei Light" panose="020B0503020204020204" pitchFamily="34" charset="-122"/>
              <a:ea typeface="Microsoft YaHei Light" panose="020B0503020204020204" pitchFamily="34" charset="-122"/>
              <a:cs typeface="+mj-cs"/>
              <a:sym typeface="DengXian"/>
            </a:endParaRPr>
          </a:p>
          <a:p>
            <a:pPr marL="0" marR="0" indent="0" defTabSz="914400" rtl="0" fontAlgn="auto" latinLnBrk="0" hangingPunct="0">
              <a:lnSpc>
                <a:spcPct val="100000"/>
              </a:lnSpc>
              <a:spcBef>
                <a:spcPts val="0"/>
              </a:spcBef>
              <a:spcAft>
                <a:spcPts val="0"/>
              </a:spcAft>
              <a:buClrTx/>
              <a:buSzTx/>
              <a:buFontTx/>
              <a:buNone/>
            </a:pPr>
            <a:r>
              <a:rPr lang="en-US" altLang="zh-CN" sz="1000" b="0" i="0" dirty="0">
                <a:solidFill>
                  <a:schemeClr val="bg1"/>
                </a:solidFill>
                <a:latin typeface="Microsoft YaHei Light" panose="020B0503020204020204" pitchFamily="34" charset="-122"/>
                <a:ea typeface="Microsoft YaHei Light" panose="020B0503020204020204" pitchFamily="34" charset="-122"/>
              </a:rPr>
              <a:t>RGB:</a:t>
            </a:r>
            <a:r>
              <a:rPr lang="zh-CN" altLang="en-US" sz="1000" b="0" i="0" dirty="0">
                <a:solidFill>
                  <a:schemeClr val="bg1"/>
                </a:solidFill>
                <a:latin typeface="Microsoft YaHei Light" panose="020B0503020204020204" pitchFamily="34" charset="-122"/>
                <a:ea typeface="Microsoft YaHei Light" panose="020B0503020204020204" pitchFamily="34" charset="-122"/>
              </a:rPr>
              <a:t> </a:t>
            </a:r>
            <a:r>
              <a:rPr lang="en-US" altLang="zh-CN" sz="1000" b="0" i="0" dirty="0">
                <a:solidFill>
                  <a:schemeClr val="bg1"/>
                </a:solidFill>
                <a:latin typeface="Microsoft YaHei Light" panose="020B0503020204020204" pitchFamily="34" charset="-122"/>
                <a:ea typeface="Microsoft YaHei Light" panose="020B0503020204020204" pitchFamily="34" charset="-122"/>
              </a:rPr>
              <a:t>135/55/80</a:t>
            </a:r>
          </a:p>
          <a:p>
            <a:pPr marL="0" marR="0" indent="0" defTabSz="914400" rtl="0" fontAlgn="auto" latinLnBrk="0" hangingPunct="0">
              <a:lnSpc>
                <a:spcPct val="100000"/>
              </a:lnSpc>
              <a:spcBef>
                <a:spcPts val="0"/>
              </a:spcBef>
              <a:spcAft>
                <a:spcPts val="0"/>
              </a:spcAft>
              <a:buClrTx/>
              <a:buSzTx/>
              <a:buFontTx/>
              <a:buNone/>
            </a:pPr>
            <a:r>
              <a:rPr kumimoji="0" lang="en-US" altLang="zh-CN" sz="1000" b="0" i="0" u="none" strike="noStrike" cap="none" spc="0" normalizeH="0" baseline="0" dirty="0">
                <a:ln>
                  <a:noFill/>
                </a:ln>
                <a:solidFill>
                  <a:schemeClr val="bg1"/>
                </a:solidFill>
                <a:effectLst/>
                <a:uFillTx/>
                <a:latin typeface="Microsoft YaHei Light" panose="020B0503020204020204" pitchFamily="34" charset="-122"/>
                <a:ea typeface="Microsoft YaHei Light" panose="020B0503020204020204" pitchFamily="34" charset="-122"/>
                <a:cs typeface="+mj-cs"/>
                <a:sym typeface="DengXian"/>
              </a:rPr>
              <a:t>CMYK:</a:t>
            </a:r>
            <a:r>
              <a:rPr kumimoji="0" lang="zh-CN" altLang="en-US" sz="1000" b="0" i="0" u="none" strike="noStrike" cap="none" spc="0" normalizeH="0" baseline="0" dirty="0">
                <a:ln>
                  <a:noFill/>
                </a:ln>
                <a:solidFill>
                  <a:schemeClr val="bg1"/>
                </a:solidFill>
                <a:effectLst/>
                <a:uFillTx/>
                <a:latin typeface="Microsoft YaHei Light" panose="020B0503020204020204" pitchFamily="34" charset="-122"/>
                <a:ea typeface="Microsoft YaHei Light" panose="020B0503020204020204" pitchFamily="34" charset="-122"/>
                <a:cs typeface="+mj-cs"/>
                <a:sym typeface="DengXian"/>
              </a:rPr>
              <a:t> </a:t>
            </a:r>
            <a:r>
              <a:rPr kumimoji="0" lang="en-US" altLang="zh-CN" sz="1000" b="0" i="0" u="none" strike="noStrike" cap="none" spc="0" normalizeH="0" baseline="0" dirty="0">
                <a:ln>
                  <a:noFill/>
                </a:ln>
                <a:solidFill>
                  <a:schemeClr val="bg1"/>
                </a:solidFill>
                <a:effectLst/>
                <a:uFillTx/>
                <a:latin typeface="Microsoft YaHei Light" panose="020B0503020204020204" pitchFamily="34" charset="-122"/>
                <a:ea typeface="Microsoft YaHei Light" panose="020B0503020204020204" pitchFamily="34" charset="-122"/>
                <a:cs typeface="+mj-cs"/>
                <a:sym typeface="DengXian"/>
              </a:rPr>
              <a:t>53/88/58/10</a:t>
            </a:r>
            <a:endParaRPr kumimoji="0" lang="zh-CN" altLang="en-US" sz="1000" b="0" i="0" u="none" strike="noStrike" cap="none" spc="0" normalizeH="0" baseline="0" dirty="0">
              <a:ln>
                <a:noFill/>
              </a:ln>
              <a:solidFill>
                <a:schemeClr val="bg1"/>
              </a:solidFill>
              <a:effectLst/>
              <a:uFillTx/>
              <a:latin typeface="Microsoft YaHei Light" panose="020B0503020204020204" pitchFamily="34" charset="-122"/>
              <a:ea typeface="Microsoft YaHei Light" panose="020B0503020204020204" pitchFamily="34" charset="-122"/>
              <a:sym typeface="DengXian"/>
            </a:endParaRPr>
          </a:p>
        </p:txBody>
      </p:sp>
      <p:sp>
        <p:nvSpPr>
          <p:cNvPr id="71" name="文本框 70">
            <a:extLst>
              <a:ext uri="{FF2B5EF4-FFF2-40B4-BE49-F238E27FC236}">
                <a16:creationId xmlns:a16="http://schemas.microsoft.com/office/drawing/2014/main" id="{EEB95C9D-0E0B-5349-8D10-385C1DDACB88}"/>
              </a:ext>
            </a:extLst>
          </p:cNvPr>
          <p:cNvSpPr txBox="1"/>
          <p:nvPr userDrawn="1"/>
        </p:nvSpPr>
        <p:spPr>
          <a:xfrm>
            <a:off x="9714063" y="5778508"/>
            <a:ext cx="1480122" cy="569385"/>
          </a:xfrm>
          <a:prstGeom prst="rect">
            <a:avLst/>
          </a:prstGeom>
          <a:noFill/>
          <a:ln w="12700" cap="flat">
            <a:noFill/>
            <a:miter lim="400000"/>
          </a:ln>
        </p:spPr>
        <p:style>
          <a:lnRef idx="0">
            <a:srgbClr val="FFFFFF"/>
          </a:lnRef>
          <a:fillRef idx="0">
            <a:srgbClr val="FFFFFF"/>
          </a:fillRef>
          <a:effectRef idx="0">
            <a:srgbClr val="FFFFFF"/>
          </a:effectRef>
          <a:fontRef idx="none"/>
        </p:style>
        <p:txBody>
          <a:bodyPr rot="0" spcFirstLastPara="1" vertOverflow="overflow" horzOverflow="overflow" vert="horz" wrap="square" lIns="45719" tIns="45719" rIns="45719" bIns="45719" numCol="1" spcCol="38100" rtlCol="0" anchor="t">
            <a:spAutoFit/>
          </a:bodyPr>
          <a:lstStyle/>
          <a:p>
            <a:pPr marL="0" marR="0" indent="0" defTabSz="914400" rtl="0" fontAlgn="auto" latinLnBrk="0" hangingPunct="0">
              <a:lnSpc>
                <a:spcPct val="100000"/>
              </a:lnSpc>
              <a:spcBef>
                <a:spcPts val="0"/>
              </a:spcBef>
              <a:spcAft>
                <a:spcPts val="0"/>
              </a:spcAft>
              <a:buClrTx/>
              <a:buSzTx/>
              <a:buFontTx/>
              <a:buNone/>
            </a:pPr>
            <a:endParaRPr kumimoji="0" lang="en-US" altLang="zh-CN" sz="1100" b="0" i="0" u="none" strike="noStrike" cap="none" spc="0" normalizeH="0" baseline="0" dirty="0">
              <a:ln>
                <a:noFill/>
              </a:ln>
              <a:solidFill>
                <a:schemeClr val="bg1"/>
              </a:solidFill>
              <a:effectLst/>
              <a:uFillTx/>
              <a:latin typeface="+mj-lt"/>
              <a:ea typeface="+mj-ea"/>
              <a:cs typeface="+mj-cs"/>
              <a:sym typeface="DengXian"/>
            </a:endParaRPr>
          </a:p>
          <a:p>
            <a:pPr marL="0" marR="0" indent="0" defTabSz="914400" rtl="0" fontAlgn="auto" latinLnBrk="0" hangingPunct="0">
              <a:lnSpc>
                <a:spcPct val="100000"/>
              </a:lnSpc>
              <a:spcBef>
                <a:spcPts val="0"/>
              </a:spcBef>
              <a:spcAft>
                <a:spcPts val="0"/>
              </a:spcAft>
              <a:buClrTx/>
              <a:buSzTx/>
              <a:buFontTx/>
              <a:buNone/>
            </a:pPr>
            <a:r>
              <a:rPr lang="en-US" altLang="zh-CN" sz="1000" b="0" i="0" dirty="0">
                <a:solidFill>
                  <a:schemeClr val="bg1"/>
                </a:solidFill>
                <a:latin typeface="Microsoft YaHei Light" panose="020B0503020204020204" pitchFamily="34" charset="-122"/>
                <a:ea typeface="Microsoft YaHei Light" panose="020B0503020204020204" pitchFamily="34" charset="-122"/>
              </a:rPr>
              <a:t>RGB:</a:t>
            </a:r>
            <a:r>
              <a:rPr lang="zh-CN" altLang="en-US" sz="1000" b="0" i="0" dirty="0">
                <a:solidFill>
                  <a:schemeClr val="bg1"/>
                </a:solidFill>
                <a:latin typeface="Microsoft YaHei Light" panose="020B0503020204020204" pitchFamily="34" charset="-122"/>
                <a:ea typeface="Microsoft YaHei Light" panose="020B0503020204020204" pitchFamily="34" charset="-122"/>
              </a:rPr>
              <a:t> </a:t>
            </a:r>
            <a:r>
              <a:rPr lang="en-US" altLang="zh-CN" sz="1000" b="0" i="0" dirty="0">
                <a:solidFill>
                  <a:schemeClr val="bg1"/>
                </a:solidFill>
                <a:latin typeface="Microsoft YaHei Light" panose="020B0503020204020204" pitchFamily="34" charset="-122"/>
                <a:ea typeface="Microsoft YaHei Light" panose="020B0503020204020204" pitchFamily="34" charset="-122"/>
              </a:rPr>
              <a:t>98</a:t>
            </a:r>
            <a:r>
              <a:rPr kumimoji="0" lang="en-US" altLang="zh-CN" sz="1000" b="0" i="0" u="none" strike="noStrike" kern="1200" cap="none" spc="0" normalizeH="0" baseline="0" dirty="0">
                <a:ln>
                  <a:noFill/>
                </a:ln>
                <a:solidFill>
                  <a:schemeClr val="bg1"/>
                </a:solidFill>
                <a:effectLst/>
                <a:uFillTx/>
                <a:latin typeface="Microsoft YaHei Light" panose="020B0503020204020204" pitchFamily="34" charset="-122"/>
                <a:ea typeface="Microsoft YaHei Light" panose="020B0503020204020204" pitchFamily="34" charset="-122"/>
                <a:cs typeface="+mn-cs"/>
                <a:sym typeface="DengXian"/>
              </a:rPr>
              <a:t>/5/</a:t>
            </a:r>
            <a:r>
              <a:rPr lang="en-US" altLang="zh-CN" sz="1000" b="0" i="0" dirty="0">
                <a:solidFill>
                  <a:schemeClr val="bg1"/>
                </a:solidFill>
                <a:latin typeface="Microsoft YaHei Light" panose="020B0503020204020204" pitchFamily="34" charset="-122"/>
                <a:ea typeface="Microsoft YaHei Light" panose="020B0503020204020204" pitchFamily="34" charset="-122"/>
              </a:rPr>
              <a:t>0</a:t>
            </a:r>
          </a:p>
          <a:p>
            <a:pPr marL="0" marR="0" indent="0" defTabSz="914400" rtl="0" fontAlgn="auto" latinLnBrk="0" hangingPunct="0">
              <a:lnSpc>
                <a:spcPct val="100000"/>
              </a:lnSpc>
              <a:spcBef>
                <a:spcPts val="0"/>
              </a:spcBef>
              <a:spcAft>
                <a:spcPts val="0"/>
              </a:spcAft>
              <a:buClrTx/>
              <a:buSzTx/>
              <a:buFontTx/>
              <a:buNone/>
            </a:pPr>
            <a:r>
              <a:rPr kumimoji="0" lang="en-US" altLang="zh-CN" sz="1000" b="0" i="0" u="none" strike="noStrike" cap="none" spc="0" normalizeH="0" baseline="0" dirty="0">
                <a:ln>
                  <a:noFill/>
                </a:ln>
                <a:solidFill>
                  <a:schemeClr val="bg1"/>
                </a:solidFill>
                <a:effectLst/>
                <a:uFillTx/>
                <a:latin typeface="Microsoft YaHei Light" panose="020B0503020204020204" pitchFamily="34" charset="-122"/>
                <a:ea typeface="Microsoft YaHei Light" panose="020B0503020204020204" pitchFamily="34" charset="-122"/>
                <a:cs typeface="+mj-cs"/>
                <a:sym typeface="DengXian"/>
              </a:rPr>
              <a:t>CMYK:</a:t>
            </a:r>
            <a:r>
              <a:rPr kumimoji="0" lang="zh-CN" altLang="en-US" sz="1000" b="0" i="0" u="none" strike="noStrike" cap="none" spc="0" normalizeH="0" baseline="0" dirty="0">
                <a:ln>
                  <a:noFill/>
                </a:ln>
                <a:solidFill>
                  <a:schemeClr val="bg1"/>
                </a:solidFill>
                <a:effectLst/>
                <a:uFillTx/>
                <a:latin typeface="Microsoft YaHei Light" panose="020B0503020204020204" pitchFamily="34" charset="-122"/>
                <a:ea typeface="Microsoft YaHei Light" panose="020B0503020204020204" pitchFamily="34" charset="-122"/>
                <a:cs typeface="+mj-cs"/>
                <a:sym typeface="DengXian"/>
              </a:rPr>
              <a:t> </a:t>
            </a:r>
            <a:r>
              <a:rPr kumimoji="0" lang="en-US" altLang="zh-CN" sz="1000" b="0" i="0" u="none" strike="noStrike" cap="none" spc="0" normalizeH="0" baseline="0" dirty="0">
                <a:ln>
                  <a:noFill/>
                </a:ln>
                <a:solidFill>
                  <a:schemeClr val="bg1"/>
                </a:solidFill>
                <a:effectLst/>
                <a:uFillTx/>
                <a:latin typeface="Microsoft YaHei Light" panose="020B0503020204020204" pitchFamily="34" charset="-122"/>
                <a:ea typeface="Microsoft YaHei Light" panose="020B0503020204020204" pitchFamily="34" charset="-122"/>
                <a:cs typeface="+mj-cs"/>
                <a:sym typeface="DengXian"/>
              </a:rPr>
              <a:t>55/100/100/45</a:t>
            </a:r>
            <a:endParaRPr kumimoji="0" lang="zh-CN" altLang="en-US" sz="1000" b="0" i="0" u="none" strike="noStrike" cap="none" spc="0" normalizeH="0" baseline="0" dirty="0">
              <a:ln>
                <a:noFill/>
              </a:ln>
              <a:solidFill>
                <a:schemeClr val="bg1"/>
              </a:solidFill>
              <a:effectLst/>
              <a:uFillTx/>
              <a:latin typeface="Microsoft YaHei Light" panose="020B0503020204020204" pitchFamily="34" charset="-122"/>
              <a:ea typeface="Microsoft YaHei Light" panose="020B0503020204020204" pitchFamily="34" charset="-122"/>
              <a:sym typeface="DengXian"/>
            </a:endParaRPr>
          </a:p>
        </p:txBody>
      </p:sp>
      <p:sp>
        <p:nvSpPr>
          <p:cNvPr id="72" name="文本框 71">
            <a:extLst>
              <a:ext uri="{FF2B5EF4-FFF2-40B4-BE49-F238E27FC236}">
                <a16:creationId xmlns:a16="http://schemas.microsoft.com/office/drawing/2014/main" id="{B3730021-C5DB-284D-9813-F5C1240B1863}"/>
              </a:ext>
            </a:extLst>
          </p:cNvPr>
          <p:cNvSpPr txBox="1"/>
          <p:nvPr userDrawn="1"/>
        </p:nvSpPr>
        <p:spPr>
          <a:xfrm>
            <a:off x="6793437" y="5750173"/>
            <a:ext cx="1480122" cy="553996"/>
          </a:xfrm>
          <a:prstGeom prst="rect">
            <a:avLst/>
          </a:prstGeom>
          <a:noFill/>
          <a:ln w="12700" cap="flat">
            <a:noFill/>
            <a:miter lim="400000"/>
          </a:ln>
        </p:spPr>
        <p:style>
          <a:lnRef idx="0">
            <a:srgbClr val="FFFFFF"/>
          </a:lnRef>
          <a:fillRef idx="0">
            <a:srgbClr val="FFFFFF"/>
          </a:fillRef>
          <a:effectRef idx="0">
            <a:srgbClr val="FFFFFF"/>
          </a:effectRef>
          <a:fontRef idx="none"/>
        </p:style>
        <p:txBody>
          <a:bodyPr rot="0" spcFirstLastPara="1" vertOverflow="overflow" horzOverflow="overflow" vert="horz" wrap="square" lIns="45719" tIns="45719" rIns="45719" bIns="45719" numCol="1" spcCol="38100" rtlCol="0" anchor="t">
            <a:spAutoFit/>
          </a:bodyPr>
          <a:lstStyle/>
          <a:p>
            <a:pPr marL="0" marR="0" indent="0" defTabSz="914400" rtl="0" fontAlgn="auto" latinLnBrk="0" hangingPunct="0">
              <a:lnSpc>
                <a:spcPct val="100000"/>
              </a:lnSpc>
              <a:spcBef>
                <a:spcPts val="0"/>
              </a:spcBef>
              <a:spcAft>
                <a:spcPts val="0"/>
              </a:spcAft>
              <a:buClrTx/>
              <a:buSzTx/>
              <a:buFontTx/>
              <a:buNone/>
            </a:pPr>
            <a:endParaRPr kumimoji="0" lang="en-US" altLang="zh-CN" sz="1000" b="0" i="0" u="none" strike="noStrike" cap="none" spc="0" normalizeH="0" baseline="0" dirty="0">
              <a:ln>
                <a:noFill/>
              </a:ln>
              <a:solidFill>
                <a:schemeClr val="bg1"/>
              </a:solidFill>
              <a:effectLst/>
              <a:uFillTx/>
              <a:latin typeface="Microsoft YaHei Light" panose="020B0503020204020204" pitchFamily="34" charset="-122"/>
              <a:ea typeface="Microsoft YaHei Light" panose="020B0503020204020204" pitchFamily="34" charset="-122"/>
              <a:cs typeface="+mj-cs"/>
              <a:sym typeface="DengXian"/>
            </a:endParaRPr>
          </a:p>
          <a:p>
            <a:pPr marL="0" marR="0" indent="0" defTabSz="914400" rtl="0" fontAlgn="auto" latinLnBrk="0" hangingPunct="0">
              <a:lnSpc>
                <a:spcPct val="100000"/>
              </a:lnSpc>
              <a:spcBef>
                <a:spcPts val="0"/>
              </a:spcBef>
              <a:spcAft>
                <a:spcPts val="0"/>
              </a:spcAft>
              <a:buClrTx/>
              <a:buSzTx/>
              <a:buFontTx/>
              <a:buNone/>
            </a:pPr>
            <a:r>
              <a:rPr lang="en-US" altLang="zh-CN" sz="1000" b="0" i="0" dirty="0">
                <a:solidFill>
                  <a:schemeClr val="bg1"/>
                </a:solidFill>
                <a:latin typeface="Microsoft YaHei Light" panose="020B0503020204020204" pitchFamily="34" charset="-122"/>
                <a:ea typeface="Microsoft YaHei Light" panose="020B0503020204020204" pitchFamily="34" charset="-122"/>
              </a:rPr>
              <a:t>RGB:</a:t>
            </a:r>
            <a:r>
              <a:rPr lang="zh-CN" altLang="en-US" sz="1000" b="0" i="0" dirty="0">
                <a:solidFill>
                  <a:schemeClr val="bg1"/>
                </a:solidFill>
                <a:latin typeface="Microsoft YaHei Light" panose="020B0503020204020204" pitchFamily="34" charset="-122"/>
                <a:ea typeface="Microsoft YaHei Light" panose="020B0503020204020204" pitchFamily="34" charset="-122"/>
              </a:rPr>
              <a:t> </a:t>
            </a:r>
            <a:r>
              <a:rPr lang="en-US" altLang="zh-CN" sz="1000" b="0" i="0" dirty="0">
                <a:solidFill>
                  <a:schemeClr val="bg1"/>
                </a:solidFill>
                <a:latin typeface="Microsoft YaHei Light" panose="020B0503020204020204" pitchFamily="34" charset="-122"/>
                <a:ea typeface="Microsoft YaHei Light" panose="020B0503020204020204" pitchFamily="34" charset="-122"/>
              </a:rPr>
              <a:t>71/23/104</a:t>
            </a:r>
          </a:p>
          <a:p>
            <a:pPr marL="0" marR="0" indent="0" defTabSz="914400" rtl="0" fontAlgn="auto" latinLnBrk="0" hangingPunct="0">
              <a:lnSpc>
                <a:spcPct val="100000"/>
              </a:lnSpc>
              <a:spcBef>
                <a:spcPts val="0"/>
              </a:spcBef>
              <a:spcAft>
                <a:spcPts val="0"/>
              </a:spcAft>
              <a:buClrTx/>
              <a:buSzTx/>
              <a:buFontTx/>
              <a:buNone/>
            </a:pPr>
            <a:r>
              <a:rPr kumimoji="0" lang="en-US" altLang="zh-CN" sz="1000" b="0" i="0" u="none" strike="noStrike" cap="none" spc="0" normalizeH="0" baseline="0" dirty="0">
                <a:ln>
                  <a:noFill/>
                </a:ln>
                <a:solidFill>
                  <a:schemeClr val="bg1"/>
                </a:solidFill>
                <a:effectLst/>
                <a:uFillTx/>
                <a:latin typeface="Microsoft YaHei Light" panose="020B0503020204020204" pitchFamily="34" charset="-122"/>
                <a:ea typeface="Microsoft YaHei Light" panose="020B0503020204020204" pitchFamily="34" charset="-122"/>
                <a:cs typeface="+mj-cs"/>
                <a:sym typeface="DengXian"/>
              </a:rPr>
              <a:t>CMYK:</a:t>
            </a:r>
            <a:r>
              <a:rPr kumimoji="0" lang="zh-CN" altLang="en-US" sz="1000" b="0" i="0" u="none" strike="noStrike" cap="none" spc="0" normalizeH="0" baseline="0" dirty="0">
                <a:ln>
                  <a:noFill/>
                </a:ln>
                <a:solidFill>
                  <a:schemeClr val="bg1"/>
                </a:solidFill>
                <a:effectLst/>
                <a:uFillTx/>
                <a:latin typeface="Microsoft YaHei Light" panose="020B0503020204020204" pitchFamily="34" charset="-122"/>
                <a:ea typeface="Microsoft YaHei Light" panose="020B0503020204020204" pitchFamily="34" charset="-122"/>
                <a:cs typeface="+mj-cs"/>
                <a:sym typeface="DengXian"/>
              </a:rPr>
              <a:t> </a:t>
            </a:r>
            <a:r>
              <a:rPr kumimoji="0" lang="en-US" altLang="zh-CN" sz="1000" b="0" i="0" u="none" strike="noStrike" cap="none" spc="0" normalizeH="0" baseline="0" dirty="0">
                <a:ln>
                  <a:noFill/>
                </a:ln>
                <a:solidFill>
                  <a:schemeClr val="bg1"/>
                </a:solidFill>
                <a:effectLst/>
                <a:uFillTx/>
                <a:latin typeface="Microsoft YaHei Light" panose="020B0503020204020204" pitchFamily="34" charset="-122"/>
                <a:ea typeface="Microsoft YaHei Light" panose="020B0503020204020204" pitchFamily="34" charset="-122"/>
                <a:cs typeface="+mj-cs"/>
                <a:sym typeface="DengXian"/>
              </a:rPr>
              <a:t>88/100/48/0</a:t>
            </a:r>
            <a:endParaRPr kumimoji="0" lang="zh-CN" altLang="en-US" sz="1000" b="0" i="0" u="none" strike="noStrike" cap="none" spc="0" normalizeH="0" baseline="0" dirty="0">
              <a:ln>
                <a:noFill/>
              </a:ln>
              <a:solidFill>
                <a:schemeClr val="bg1"/>
              </a:solidFill>
              <a:effectLst/>
              <a:uFillTx/>
              <a:latin typeface="Microsoft YaHei Light" panose="020B0503020204020204" pitchFamily="34" charset="-122"/>
              <a:ea typeface="Microsoft YaHei Light" panose="020B0503020204020204" pitchFamily="34" charset="-122"/>
              <a:sym typeface="DengXian"/>
            </a:endParaRPr>
          </a:p>
        </p:txBody>
      </p:sp>
      <p:sp>
        <p:nvSpPr>
          <p:cNvPr id="73" name="文本框 72">
            <a:extLst>
              <a:ext uri="{FF2B5EF4-FFF2-40B4-BE49-F238E27FC236}">
                <a16:creationId xmlns:a16="http://schemas.microsoft.com/office/drawing/2014/main" id="{38FEA61F-6078-FC4C-A127-7A4BA480ACD9}"/>
              </a:ext>
            </a:extLst>
          </p:cNvPr>
          <p:cNvSpPr txBox="1"/>
          <p:nvPr userDrawn="1"/>
        </p:nvSpPr>
        <p:spPr>
          <a:xfrm>
            <a:off x="8270562" y="5750173"/>
            <a:ext cx="1480122" cy="553996"/>
          </a:xfrm>
          <a:prstGeom prst="rect">
            <a:avLst/>
          </a:prstGeom>
          <a:noFill/>
          <a:ln w="12700" cap="flat">
            <a:noFill/>
            <a:miter lim="400000"/>
          </a:ln>
        </p:spPr>
        <p:style>
          <a:lnRef idx="0">
            <a:srgbClr val="FFFFFF"/>
          </a:lnRef>
          <a:fillRef idx="0">
            <a:srgbClr val="FFFFFF"/>
          </a:fillRef>
          <a:effectRef idx="0">
            <a:srgbClr val="FFFFFF"/>
          </a:effectRef>
          <a:fontRef idx="none"/>
        </p:style>
        <p:txBody>
          <a:bodyPr rot="0" spcFirstLastPara="1" vertOverflow="overflow" horzOverflow="overflow" vert="horz" wrap="square" lIns="45719" tIns="45719" rIns="45719" bIns="45719" numCol="1" spcCol="38100" rtlCol="0" anchor="t">
            <a:spAutoFit/>
          </a:bodyPr>
          <a:lstStyle/>
          <a:p>
            <a:pPr marL="0" marR="0" indent="0" defTabSz="914400" rtl="0" fontAlgn="auto" latinLnBrk="0" hangingPunct="0">
              <a:lnSpc>
                <a:spcPct val="100000"/>
              </a:lnSpc>
              <a:spcBef>
                <a:spcPts val="0"/>
              </a:spcBef>
              <a:spcAft>
                <a:spcPts val="0"/>
              </a:spcAft>
              <a:buClrTx/>
              <a:buSzTx/>
              <a:buFontTx/>
              <a:buNone/>
            </a:pPr>
            <a:endParaRPr kumimoji="0" lang="en-US" altLang="zh-CN" sz="1000" b="0" i="0" u="none" strike="noStrike" cap="none" spc="0" normalizeH="0" baseline="0" dirty="0">
              <a:ln>
                <a:noFill/>
              </a:ln>
              <a:solidFill>
                <a:schemeClr val="bg1"/>
              </a:solidFill>
              <a:effectLst/>
              <a:uFillTx/>
              <a:latin typeface="Microsoft YaHei Light" panose="020B0503020204020204" pitchFamily="34" charset="-122"/>
              <a:ea typeface="Microsoft YaHei Light" panose="020B0503020204020204" pitchFamily="34" charset="-122"/>
              <a:cs typeface="+mj-cs"/>
              <a:sym typeface="DengXian"/>
            </a:endParaRPr>
          </a:p>
          <a:p>
            <a:pPr marL="0" marR="0" indent="0" defTabSz="914400" rtl="0" fontAlgn="auto" latinLnBrk="0" hangingPunct="0">
              <a:lnSpc>
                <a:spcPct val="100000"/>
              </a:lnSpc>
              <a:spcBef>
                <a:spcPts val="0"/>
              </a:spcBef>
              <a:spcAft>
                <a:spcPts val="0"/>
              </a:spcAft>
              <a:buClrTx/>
              <a:buSzTx/>
              <a:buFontTx/>
              <a:buNone/>
            </a:pPr>
            <a:r>
              <a:rPr lang="en-US" altLang="zh-CN" sz="1000" b="0" i="0" dirty="0">
                <a:solidFill>
                  <a:schemeClr val="bg1"/>
                </a:solidFill>
                <a:latin typeface="Microsoft YaHei Light" panose="020B0503020204020204" pitchFamily="34" charset="-122"/>
                <a:ea typeface="Microsoft YaHei Light" panose="020B0503020204020204" pitchFamily="34" charset="-122"/>
              </a:rPr>
              <a:t>RGB:</a:t>
            </a:r>
            <a:r>
              <a:rPr lang="zh-CN" altLang="en-US" sz="1000" b="0" i="0" dirty="0">
                <a:solidFill>
                  <a:schemeClr val="bg1"/>
                </a:solidFill>
                <a:latin typeface="Microsoft YaHei Light" panose="020B0503020204020204" pitchFamily="34" charset="-122"/>
                <a:ea typeface="Microsoft YaHei Light" panose="020B0503020204020204" pitchFamily="34" charset="-122"/>
              </a:rPr>
              <a:t> </a:t>
            </a:r>
            <a:r>
              <a:rPr lang="en-US" altLang="zh-CN" sz="1000" b="0" i="0" dirty="0">
                <a:solidFill>
                  <a:schemeClr val="bg1"/>
                </a:solidFill>
                <a:latin typeface="Microsoft YaHei Light" panose="020B0503020204020204" pitchFamily="34" charset="-122"/>
                <a:ea typeface="Microsoft YaHei Light" panose="020B0503020204020204" pitchFamily="34" charset="-122"/>
              </a:rPr>
              <a:t>45/20/98</a:t>
            </a:r>
          </a:p>
          <a:p>
            <a:pPr marL="0" marR="0" indent="0" defTabSz="914400" rtl="0" fontAlgn="auto" latinLnBrk="0" hangingPunct="0">
              <a:lnSpc>
                <a:spcPct val="100000"/>
              </a:lnSpc>
              <a:spcBef>
                <a:spcPts val="0"/>
              </a:spcBef>
              <a:spcAft>
                <a:spcPts val="0"/>
              </a:spcAft>
              <a:buClrTx/>
              <a:buSzTx/>
              <a:buFontTx/>
              <a:buNone/>
            </a:pPr>
            <a:r>
              <a:rPr kumimoji="0" lang="en-US" altLang="zh-CN" sz="1000" b="0" i="0" u="none" strike="noStrike" cap="none" spc="0" normalizeH="0" baseline="0" dirty="0">
                <a:ln>
                  <a:noFill/>
                </a:ln>
                <a:solidFill>
                  <a:schemeClr val="bg1"/>
                </a:solidFill>
                <a:effectLst/>
                <a:uFillTx/>
                <a:latin typeface="Microsoft YaHei Light" panose="020B0503020204020204" pitchFamily="34" charset="-122"/>
                <a:ea typeface="Microsoft YaHei Light" panose="020B0503020204020204" pitchFamily="34" charset="-122"/>
                <a:cs typeface="+mj-cs"/>
                <a:sym typeface="DengXian"/>
              </a:rPr>
              <a:t>CMYK:</a:t>
            </a:r>
            <a:r>
              <a:rPr kumimoji="0" lang="zh-CN" altLang="en-US" sz="1000" b="0" i="0" u="none" strike="noStrike" cap="none" spc="0" normalizeH="0" baseline="0" dirty="0">
                <a:ln>
                  <a:noFill/>
                </a:ln>
                <a:solidFill>
                  <a:schemeClr val="bg1"/>
                </a:solidFill>
                <a:effectLst/>
                <a:uFillTx/>
                <a:latin typeface="Microsoft YaHei Light" panose="020B0503020204020204" pitchFamily="34" charset="-122"/>
                <a:ea typeface="Microsoft YaHei Light" panose="020B0503020204020204" pitchFamily="34" charset="-122"/>
                <a:cs typeface="+mj-cs"/>
                <a:sym typeface="DengXian"/>
              </a:rPr>
              <a:t> </a:t>
            </a:r>
            <a:r>
              <a:rPr kumimoji="0" lang="en-US" altLang="zh-CN" sz="1000" b="0" i="0" u="none" strike="noStrike" cap="none" spc="0" normalizeH="0" baseline="0" dirty="0">
                <a:ln>
                  <a:noFill/>
                </a:ln>
                <a:solidFill>
                  <a:schemeClr val="bg1"/>
                </a:solidFill>
                <a:effectLst/>
                <a:uFillTx/>
                <a:latin typeface="Microsoft YaHei Light" panose="020B0503020204020204" pitchFamily="34" charset="-122"/>
                <a:ea typeface="Microsoft YaHei Light" panose="020B0503020204020204" pitchFamily="34" charset="-122"/>
                <a:cs typeface="+mj-cs"/>
                <a:sym typeface="DengXian"/>
              </a:rPr>
              <a:t>95/100/56/5</a:t>
            </a:r>
            <a:endParaRPr kumimoji="0" lang="zh-CN" altLang="en-US" sz="1000" b="0" i="0" u="none" strike="noStrike" cap="none" spc="0" normalizeH="0" baseline="0" dirty="0">
              <a:ln>
                <a:noFill/>
              </a:ln>
              <a:solidFill>
                <a:schemeClr val="bg1"/>
              </a:solidFill>
              <a:effectLst/>
              <a:uFillTx/>
              <a:latin typeface="Microsoft YaHei Light" panose="020B0503020204020204" pitchFamily="34" charset="-122"/>
              <a:ea typeface="Microsoft YaHei Light" panose="020B0503020204020204" pitchFamily="34" charset="-122"/>
              <a:sym typeface="DengXian"/>
            </a:endParaRPr>
          </a:p>
        </p:txBody>
      </p:sp>
    </p:spTree>
    <p:extLst>
      <p:ext uri="{BB962C8B-B14F-4D97-AF65-F5344CB8AC3E}">
        <p14:creationId xmlns:p14="http://schemas.microsoft.com/office/powerpoint/2010/main" val="333453851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末页">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5" name="文本框 4">
            <a:extLst>
              <a:ext uri="{FF2B5EF4-FFF2-40B4-BE49-F238E27FC236}">
                <a16:creationId xmlns:a16="http://schemas.microsoft.com/office/drawing/2014/main" id="{C7890CF8-37FC-6ABD-BA66-F7980A6152F5}"/>
              </a:ext>
            </a:extLst>
          </p:cNvPr>
          <p:cNvSpPr txBox="1"/>
          <p:nvPr userDrawn="1"/>
        </p:nvSpPr>
        <p:spPr>
          <a:xfrm>
            <a:off x="604777" y="1612848"/>
            <a:ext cx="6177272" cy="2646878"/>
          </a:xfrm>
          <a:prstGeom prst="rect">
            <a:avLst/>
          </a:prstGeom>
          <a:noFill/>
        </p:spPr>
        <p:txBody>
          <a:bodyPr wrap="square" rtlCol="0">
            <a:spAutoFit/>
          </a:bodyPr>
          <a:lstStyle/>
          <a:p>
            <a:pPr algn="l"/>
            <a:r>
              <a:rPr kumimoji="1" lang="en-US" altLang="zh-CN" sz="16600" b="1" dirty="0">
                <a:gradFill flip="none" rotWithShape="1">
                  <a:gsLst>
                    <a:gs pos="0">
                      <a:srgbClr val="EFEFEF"/>
                    </a:gs>
                    <a:gs pos="100000">
                      <a:srgbClr val="FAFAFA"/>
                    </a:gs>
                  </a:gsLst>
                  <a:lin ang="5400000" scaled="1"/>
                  <a:tileRect/>
                </a:gradFill>
                <a:latin typeface="Microsoft YaHei" panose="020B0503020204020204" pitchFamily="34" charset="-122"/>
                <a:ea typeface="Microsoft YaHei" panose="020B0503020204020204" pitchFamily="34" charset="-122"/>
              </a:rPr>
              <a:t>2024</a:t>
            </a:r>
            <a:endParaRPr kumimoji="1" lang="zh-CN" altLang="en-US" sz="16600" b="1" dirty="0">
              <a:gradFill flip="none" rotWithShape="1">
                <a:gsLst>
                  <a:gs pos="0">
                    <a:srgbClr val="EFEFEF"/>
                  </a:gs>
                  <a:gs pos="100000">
                    <a:srgbClr val="FAFAFA"/>
                  </a:gs>
                </a:gsLst>
                <a:lin ang="5400000" scaled="1"/>
                <a:tileRect/>
              </a:gradFill>
              <a:latin typeface="Microsoft YaHei" panose="020B0503020204020204" pitchFamily="34" charset="-122"/>
              <a:ea typeface="Microsoft YaHei" panose="020B0503020204020204" pitchFamily="34" charset="-122"/>
            </a:endParaRPr>
          </a:p>
        </p:txBody>
      </p:sp>
      <p:sp>
        <p:nvSpPr>
          <p:cNvPr id="12" name="文本框 11">
            <a:extLst>
              <a:ext uri="{FF2B5EF4-FFF2-40B4-BE49-F238E27FC236}">
                <a16:creationId xmlns:a16="http://schemas.microsoft.com/office/drawing/2014/main" id="{99DE9622-A933-A6AB-52C3-ACEE8EDCEDB8}"/>
              </a:ext>
            </a:extLst>
          </p:cNvPr>
          <p:cNvSpPr txBox="1"/>
          <p:nvPr userDrawn="1"/>
        </p:nvSpPr>
        <p:spPr>
          <a:xfrm>
            <a:off x="666428" y="2726256"/>
            <a:ext cx="7842141" cy="1446550"/>
          </a:xfrm>
          <a:prstGeom prst="rect">
            <a:avLst/>
          </a:prstGeom>
          <a:noFill/>
        </p:spPr>
        <p:txBody>
          <a:bodyPr wrap="square" rtlCol="0">
            <a:spAutoFit/>
          </a:bodyPr>
          <a:lstStyle/>
          <a:p>
            <a:pPr algn="dist"/>
            <a:r>
              <a:rPr kumimoji="1" lang="en-US" altLang="zh-CN" sz="8800" b="1" dirty="0">
                <a:solidFill>
                  <a:srgbClr val="D02A21"/>
                </a:solidFill>
                <a:latin typeface="Microsoft YaHei" panose="020B0503020204020204" pitchFamily="34" charset="-122"/>
                <a:ea typeface="Microsoft YaHei" panose="020B0503020204020204" pitchFamily="34" charset="-122"/>
              </a:rPr>
              <a:t>THANK YOU!</a:t>
            </a:r>
            <a:endParaRPr kumimoji="1" lang="zh-CN" altLang="en-US" sz="8800" b="1" dirty="0">
              <a:solidFill>
                <a:srgbClr val="D02A21"/>
              </a:solidFill>
              <a:latin typeface="Microsoft YaHei" panose="020B0503020204020204" pitchFamily="34" charset="-122"/>
              <a:ea typeface="Microsoft YaHei" panose="020B0503020204020204" pitchFamily="34" charset="-122"/>
            </a:endParaRPr>
          </a:p>
        </p:txBody>
      </p:sp>
      <p:sp>
        <p:nvSpPr>
          <p:cNvPr id="6" name="文本框 5">
            <a:extLst>
              <a:ext uri="{FF2B5EF4-FFF2-40B4-BE49-F238E27FC236}">
                <a16:creationId xmlns:a16="http://schemas.microsoft.com/office/drawing/2014/main" id="{C7890CF8-37FC-6ABD-BA66-F7980A6152F5}"/>
              </a:ext>
            </a:extLst>
          </p:cNvPr>
          <p:cNvSpPr txBox="1"/>
          <p:nvPr userDrawn="1"/>
        </p:nvSpPr>
        <p:spPr>
          <a:xfrm>
            <a:off x="10552878" y="6420205"/>
            <a:ext cx="1506070" cy="338554"/>
          </a:xfrm>
          <a:prstGeom prst="rect">
            <a:avLst/>
          </a:prstGeom>
          <a:noFill/>
        </p:spPr>
        <p:txBody>
          <a:bodyPr wrap="square" rtlCol="0">
            <a:spAutoFit/>
          </a:bodyPr>
          <a:lstStyle/>
          <a:p>
            <a:pPr algn="dist"/>
            <a:r>
              <a:rPr kumimoji="1" lang="zh-CN" altLang="en-US" sz="1600" b="1" dirty="0">
                <a:solidFill>
                  <a:schemeClr val="bg1">
                    <a:lumMod val="65000"/>
                  </a:schemeClr>
                </a:solidFill>
                <a:latin typeface="Microsoft YaHei" panose="020B0503020204020204" pitchFamily="34" charset="-122"/>
                <a:ea typeface="Microsoft YaHei" panose="020B0503020204020204" pitchFamily="34" charset="-122"/>
              </a:rPr>
              <a:t>投资市场中台</a:t>
            </a:r>
          </a:p>
        </p:txBody>
      </p:sp>
    </p:spTree>
    <p:extLst>
      <p:ext uri="{BB962C8B-B14F-4D97-AF65-F5344CB8AC3E}">
        <p14:creationId xmlns:p14="http://schemas.microsoft.com/office/powerpoint/2010/main" val="248402059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EDDA414-451F-677A-B060-548070112CB8}"/>
              </a:ext>
            </a:extLst>
          </p:cNvPr>
          <p:cNvSpPr>
            <a:spLocks noGrp="1"/>
          </p:cNvSpPr>
          <p:nvPr>
            <p:ph type="title"/>
          </p:nvPr>
        </p:nvSpPr>
        <p:spPr>
          <a:xfrm>
            <a:off x="839788" y="457200"/>
            <a:ext cx="3932237" cy="1600200"/>
          </a:xfrm>
          <a:prstGeom prst="rect">
            <a:avLst/>
          </a:prstGeom>
        </p:spPr>
        <p:txBody>
          <a:bodyPr anchor="b"/>
          <a:lstStyle>
            <a:lvl1pPr>
              <a:defRPr sz="3200"/>
            </a:lvl1pPr>
          </a:lstStyle>
          <a:p>
            <a:r>
              <a:rPr kumimoji="1" lang="zh-CN" altLang="en-US"/>
              <a:t>单击此处编辑母版标题样式</a:t>
            </a:r>
          </a:p>
        </p:txBody>
      </p:sp>
      <p:sp>
        <p:nvSpPr>
          <p:cNvPr id="3" name="内容占位符 2">
            <a:extLst>
              <a:ext uri="{FF2B5EF4-FFF2-40B4-BE49-F238E27FC236}">
                <a16:creationId xmlns:a16="http://schemas.microsoft.com/office/drawing/2014/main" id="{714FB2BC-3D7E-3F3C-0CA4-7E5A4078D6F7}"/>
              </a:ext>
            </a:extLst>
          </p:cNvPr>
          <p:cNvSpPr>
            <a:spLocks noGrp="1"/>
          </p:cNvSpPr>
          <p:nvPr>
            <p:ph idx="1"/>
          </p:nvPr>
        </p:nvSpPr>
        <p:spPr>
          <a:xfrm>
            <a:off x="5183188" y="987425"/>
            <a:ext cx="6172200" cy="4873625"/>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文本占位符 3">
            <a:extLst>
              <a:ext uri="{FF2B5EF4-FFF2-40B4-BE49-F238E27FC236}">
                <a16:creationId xmlns:a16="http://schemas.microsoft.com/office/drawing/2014/main" id="{9BDCCFBB-9F93-1030-93BB-4CF42370FD2D}"/>
              </a:ext>
            </a:extLst>
          </p:cNvPr>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zh-CN" altLang="en-US"/>
              <a:t>单击此处编辑母版文本样式</a:t>
            </a:r>
          </a:p>
        </p:txBody>
      </p:sp>
      <p:sp>
        <p:nvSpPr>
          <p:cNvPr id="5" name="日期占位符 4">
            <a:extLst>
              <a:ext uri="{FF2B5EF4-FFF2-40B4-BE49-F238E27FC236}">
                <a16:creationId xmlns:a16="http://schemas.microsoft.com/office/drawing/2014/main" id="{6AFCA23C-4515-EACB-0341-B1AFC397DC9A}"/>
              </a:ext>
            </a:extLst>
          </p:cNvPr>
          <p:cNvSpPr>
            <a:spLocks noGrp="1"/>
          </p:cNvSpPr>
          <p:nvPr>
            <p:ph type="dt" sz="half" idx="10"/>
          </p:nvPr>
        </p:nvSpPr>
        <p:spPr>
          <a:xfrm>
            <a:off x="838200" y="6356350"/>
            <a:ext cx="2743200" cy="365125"/>
          </a:xfrm>
          <a:prstGeom prst="rect">
            <a:avLst/>
          </a:prstGeom>
        </p:spPr>
        <p:txBody>
          <a:bodyPr/>
          <a:lstStyle/>
          <a:p>
            <a:endParaRPr kumimoji="1" lang="zh-CN" altLang="en-US"/>
          </a:p>
        </p:txBody>
      </p:sp>
      <p:sp>
        <p:nvSpPr>
          <p:cNvPr id="6" name="页脚占位符 5">
            <a:extLst>
              <a:ext uri="{FF2B5EF4-FFF2-40B4-BE49-F238E27FC236}">
                <a16:creationId xmlns:a16="http://schemas.microsoft.com/office/drawing/2014/main" id="{D770E6F2-D2AD-8C25-1416-3144DA5CBF05}"/>
              </a:ext>
            </a:extLst>
          </p:cNvPr>
          <p:cNvSpPr>
            <a:spLocks noGrp="1"/>
          </p:cNvSpPr>
          <p:nvPr>
            <p:ph type="ftr" sz="quarter" idx="11"/>
          </p:nvPr>
        </p:nvSpPr>
        <p:spPr>
          <a:xfrm>
            <a:off x="4038600" y="6356350"/>
            <a:ext cx="4114800" cy="365125"/>
          </a:xfrm>
          <a:prstGeom prst="rect">
            <a:avLst/>
          </a:prstGeom>
        </p:spPr>
        <p:txBody>
          <a:bodyPr/>
          <a:lstStyle/>
          <a:p>
            <a:endParaRPr kumimoji="1" lang="zh-CN" altLang="en-US"/>
          </a:p>
        </p:txBody>
      </p:sp>
      <p:sp>
        <p:nvSpPr>
          <p:cNvPr id="7" name="灯片编号占位符 6">
            <a:extLst>
              <a:ext uri="{FF2B5EF4-FFF2-40B4-BE49-F238E27FC236}">
                <a16:creationId xmlns:a16="http://schemas.microsoft.com/office/drawing/2014/main" id="{47DAD345-EBD2-D666-CC81-9853AE2E82F7}"/>
              </a:ext>
            </a:extLst>
          </p:cNvPr>
          <p:cNvSpPr>
            <a:spLocks noGrp="1"/>
          </p:cNvSpPr>
          <p:nvPr>
            <p:ph type="sldNum" sz="quarter" idx="12"/>
          </p:nvPr>
        </p:nvSpPr>
        <p:spPr>
          <a:xfrm>
            <a:off x="8610600" y="6356350"/>
            <a:ext cx="2743200" cy="365125"/>
          </a:xfrm>
          <a:prstGeom prst="rect">
            <a:avLst/>
          </a:prstGeom>
        </p:spPr>
        <p:txBody>
          <a:bodyPr/>
          <a:lstStyle/>
          <a:p>
            <a:fld id="{070B61E1-59A4-6F45-9124-7AC2B93CAFAF}" type="slidenum">
              <a:rPr kumimoji="1" lang="zh-CN" altLang="en-US" smtClean="0"/>
              <a:t>‹#›</a:t>
            </a:fld>
            <a:endParaRPr kumimoji="1" lang="zh-CN" altLang="en-US"/>
          </a:p>
        </p:txBody>
      </p:sp>
    </p:spTree>
    <p:extLst>
      <p:ext uri="{BB962C8B-B14F-4D97-AF65-F5344CB8AC3E}">
        <p14:creationId xmlns:p14="http://schemas.microsoft.com/office/powerpoint/2010/main" val="119565085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40B1855-0C53-E79C-91A4-FD974BFC60C4}"/>
              </a:ext>
            </a:extLst>
          </p:cNvPr>
          <p:cNvSpPr>
            <a:spLocks noGrp="1"/>
          </p:cNvSpPr>
          <p:nvPr>
            <p:ph type="title"/>
          </p:nvPr>
        </p:nvSpPr>
        <p:spPr>
          <a:xfrm>
            <a:off x="839788" y="457200"/>
            <a:ext cx="3932237" cy="1600200"/>
          </a:xfrm>
          <a:prstGeom prst="rect">
            <a:avLst/>
          </a:prstGeom>
        </p:spPr>
        <p:txBody>
          <a:bodyPr anchor="b"/>
          <a:lstStyle>
            <a:lvl1pPr>
              <a:defRPr sz="3200"/>
            </a:lvl1pPr>
          </a:lstStyle>
          <a:p>
            <a:r>
              <a:rPr kumimoji="1" lang="zh-CN" altLang="en-US"/>
              <a:t>单击此处编辑母版标题样式</a:t>
            </a:r>
          </a:p>
        </p:txBody>
      </p:sp>
      <p:sp>
        <p:nvSpPr>
          <p:cNvPr id="3" name="图片占位符 2">
            <a:extLst>
              <a:ext uri="{FF2B5EF4-FFF2-40B4-BE49-F238E27FC236}">
                <a16:creationId xmlns:a16="http://schemas.microsoft.com/office/drawing/2014/main" id="{B3D2C999-8C7D-9E78-3055-EFFBAD47FA46}"/>
              </a:ext>
            </a:extLst>
          </p:cNvPr>
          <p:cNvSpPr>
            <a:spLocks noGrp="1"/>
          </p:cNvSpPr>
          <p:nvPr>
            <p:ph type="pic" idx="1"/>
          </p:nvPr>
        </p:nvSpPr>
        <p:spPr>
          <a:xfrm>
            <a:off x="5183188" y="987425"/>
            <a:ext cx="6172200" cy="4873625"/>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zh-CN" altLang="en-US"/>
          </a:p>
        </p:txBody>
      </p:sp>
      <p:sp>
        <p:nvSpPr>
          <p:cNvPr id="4" name="文本占位符 3">
            <a:extLst>
              <a:ext uri="{FF2B5EF4-FFF2-40B4-BE49-F238E27FC236}">
                <a16:creationId xmlns:a16="http://schemas.microsoft.com/office/drawing/2014/main" id="{68704AF5-3A7E-5865-2CFF-334514CEC269}"/>
              </a:ext>
            </a:extLst>
          </p:cNvPr>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zh-CN" altLang="en-US"/>
              <a:t>单击此处编辑母版文本样式</a:t>
            </a:r>
          </a:p>
        </p:txBody>
      </p:sp>
      <p:sp>
        <p:nvSpPr>
          <p:cNvPr id="5" name="日期占位符 4">
            <a:extLst>
              <a:ext uri="{FF2B5EF4-FFF2-40B4-BE49-F238E27FC236}">
                <a16:creationId xmlns:a16="http://schemas.microsoft.com/office/drawing/2014/main" id="{7F211D85-5257-74D6-8E99-D6065FD02244}"/>
              </a:ext>
            </a:extLst>
          </p:cNvPr>
          <p:cNvSpPr>
            <a:spLocks noGrp="1"/>
          </p:cNvSpPr>
          <p:nvPr>
            <p:ph type="dt" sz="half" idx="10"/>
          </p:nvPr>
        </p:nvSpPr>
        <p:spPr>
          <a:xfrm>
            <a:off x="838200" y="6356350"/>
            <a:ext cx="2743200" cy="365125"/>
          </a:xfrm>
          <a:prstGeom prst="rect">
            <a:avLst/>
          </a:prstGeom>
        </p:spPr>
        <p:txBody>
          <a:bodyPr/>
          <a:lstStyle/>
          <a:p>
            <a:endParaRPr kumimoji="1" lang="zh-CN" altLang="en-US"/>
          </a:p>
        </p:txBody>
      </p:sp>
      <p:sp>
        <p:nvSpPr>
          <p:cNvPr id="6" name="页脚占位符 5">
            <a:extLst>
              <a:ext uri="{FF2B5EF4-FFF2-40B4-BE49-F238E27FC236}">
                <a16:creationId xmlns:a16="http://schemas.microsoft.com/office/drawing/2014/main" id="{189E46E2-6E4C-6666-CBE4-70A4B95D442A}"/>
              </a:ext>
            </a:extLst>
          </p:cNvPr>
          <p:cNvSpPr>
            <a:spLocks noGrp="1"/>
          </p:cNvSpPr>
          <p:nvPr>
            <p:ph type="ftr" sz="quarter" idx="11"/>
          </p:nvPr>
        </p:nvSpPr>
        <p:spPr>
          <a:xfrm>
            <a:off x="4038600" y="6356350"/>
            <a:ext cx="4114800" cy="365125"/>
          </a:xfrm>
          <a:prstGeom prst="rect">
            <a:avLst/>
          </a:prstGeom>
        </p:spPr>
        <p:txBody>
          <a:bodyPr/>
          <a:lstStyle/>
          <a:p>
            <a:endParaRPr kumimoji="1" lang="zh-CN" altLang="en-US"/>
          </a:p>
        </p:txBody>
      </p:sp>
      <p:sp>
        <p:nvSpPr>
          <p:cNvPr id="7" name="灯片编号占位符 6">
            <a:extLst>
              <a:ext uri="{FF2B5EF4-FFF2-40B4-BE49-F238E27FC236}">
                <a16:creationId xmlns:a16="http://schemas.microsoft.com/office/drawing/2014/main" id="{AB87C43C-C57A-C643-37F7-83E86DA46975}"/>
              </a:ext>
            </a:extLst>
          </p:cNvPr>
          <p:cNvSpPr>
            <a:spLocks noGrp="1"/>
          </p:cNvSpPr>
          <p:nvPr>
            <p:ph type="sldNum" sz="quarter" idx="12"/>
          </p:nvPr>
        </p:nvSpPr>
        <p:spPr>
          <a:xfrm>
            <a:off x="8610600" y="6356350"/>
            <a:ext cx="2743200" cy="365125"/>
          </a:xfrm>
          <a:prstGeom prst="rect">
            <a:avLst/>
          </a:prstGeom>
        </p:spPr>
        <p:txBody>
          <a:bodyPr/>
          <a:lstStyle/>
          <a:p>
            <a:fld id="{070B61E1-59A4-6F45-9124-7AC2B93CAFAF}" type="slidenum">
              <a:rPr kumimoji="1" lang="zh-CN" altLang="en-US" smtClean="0"/>
              <a:t>‹#›</a:t>
            </a:fld>
            <a:endParaRPr kumimoji="1" lang="zh-CN" altLang="en-US"/>
          </a:p>
        </p:txBody>
      </p:sp>
    </p:spTree>
    <p:extLst>
      <p:ext uri="{BB962C8B-B14F-4D97-AF65-F5344CB8AC3E}">
        <p14:creationId xmlns:p14="http://schemas.microsoft.com/office/powerpoint/2010/main" val="7175307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28EAD6A-CB7E-6D96-BC48-42CB63741002}"/>
              </a:ext>
            </a:extLst>
          </p:cNvPr>
          <p:cNvSpPr>
            <a:spLocks noGrp="1"/>
          </p:cNvSpPr>
          <p:nvPr>
            <p:ph type="title"/>
          </p:nvPr>
        </p:nvSpPr>
        <p:spPr>
          <a:xfrm>
            <a:off x="838200" y="365125"/>
            <a:ext cx="10515600" cy="1325563"/>
          </a:xfrm>
          <a:prstGeom prst="rect">
            <a:avLst/>
          </a:prstGeom>
        </p:spPr>
        <p:txBody>
          <a:bodyPr/>
          <a:lstStyle/>
          <a:p>
            <a:r>
              <a:rPr kumimoji="1" lang="zh-CN" altLang="en-US"/>
              <a:t>单击此处编辑母版标题样式</a:t>
            </a:r>
          </a:p>
        </p:txBody>
      </p:sp>
      <p:sp>
        <p:nvSpPr>
          <p:cNvPr id="3" name="竖排文字占位符 2">
            <a:extLst>
              <a:ext uri="{FF2B5EF4-FFF2-40B4-BE49-F238E27FC236}">
                <a16:creationId xmlns:a16="http://schemas.microsoft.com/office/drawing/2014/main" id="{DE2EE9A4-3F0A-6738-301F-B3F7B941B416}"/>
              </a:ext>
            </a:extLst>
          </p:cNvPr>
          <p:cNvSpPr>
            <a:spLocks noGrp="1"/>
          </p:cNvSpPr>
          <p:nvPr>
            <p:ph type="body" orient="vert" idx="1"/>
          </p:nvPr>
        </p:nvSpPr>
        <p:spPr>
          <a:xfrm>
            <a:off x="838200" y="1825625"/>
            <a:ext cx="10515600" cy="4351338"/>
          </a:xfrm>
          <a:prstGeom prst="rect">
            <a:avLst/>
          </a:prstGeom>
        </p:spPr>
        <p:txBody>
          <a:bodyPr vert="eaVert"/>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日期占位符 3">
            <a:extLst>
              <a:ext uri="{FF2B5EF4-FFF2-40B4-BE49-F238E27FC236}">
                <a16:creationId xmlns:a16="http://schemas.microsoft.com/office/drawing/2014/main" id="{44597E97-25EE-6618-CE91-111D3AC1B319}"/>
              </a:ext>
            </a:extLst>
          </p:cNvPr>
          <p:cNvSpPr>
            <a:spLocks noGrp="1"/>
          </p:cNvSpPr>
          <p:nvPr>
            <p:ph type="dt" sz="half" idx="10"/>
          </p:nvPr>
        </p:nvSpPr>
        <p:spPr>
          <a:xfrm>
            <a:off x="838200" y="6356350"/>
            <a:ext cx="2743200" cy="365125"/>
          </a:xfrm>
          <a:prstGeom prst="rect">
            <a:avLst/>
          </a:prstGeom>
        </p:spPr>
        <p:txBody>
          <a:bodyPr/>
          <a:lstStyle/>
          <a:p>
            <a:endParaRPr kumimoji="1" lang="zh-CN" altLang="en-US"/>
          </a:p>
        </p:txBody>
      </p:sp>
      <p:sp>
        <p:nvSpPr>
          <p:cNvPr id="5" name="页脚占位符 4">
            <a:extLst>
              <a:ext uri="{FF2B5EF4-FFF2-40B4-BE49-F238E27FC236}">
                <a16:creationId xmlns:a16="http://schemas.microsoft.com/office/drawing/2014/main" id="{F36721E7-74AE-A256-E9AA-EE73DCAF65EB}"/>
              </a:ext>
            </a:extLst>
          </p:cNvPr>
          <p:cNvSpPr>
            <a:spLocks noGrp="1"/>
          </p:cNvSpPr>
          <p:nvPr>
            <p:ph type="ftr" sz="quarter" idx="11"/>
          </p:nvPr>
        </p:nvSpPr>
        <p:spPr>
          <a:xfrm>
            <a:off x="4038600" y="6356350"/>
            <a:ext cx="4114800" cy="365125"/>
          </a:xfrm>
          <a:prstGeom prst="rect">
            <a:avLst/>
          </a:prstGeom>
        </p:spPr>
        <p:txBody>
          <a:bodyPr/>
          <a:lstStyle/>
          <a:p>
            <a:endParaRPr kumimoji="1" lang="zh-CN" altLang="en-US"/>
          </a:p>
        </p:txBody>
      </p:sp>
      <p:sp>
        <p:nvSpPr>
          <p:cNvPr id="6" name="灯片编号占位符 5">
            <a:extLst>
              <a:ext uri="{FF2B5EF4-FFF2-40B4-BE49-F238E27FC236}">
                <a16:creationId xmlns:a16="http://schemas.microsoft.com/office/drawing/2014/main" id="{88638026-2698-A869-CF3E-521336CFAB25}"/>
              </a:ext>
            </a:extLst>
          </p:cNvPr>
          <p:cNvSpPr>
            <a:spLocks noGrp="1"/>
          </p:cNvSpPr>
          <p:nvPr>
            <p:ph type="sldNum" sz="quarter" idx="12"/>
          </p:nvPr>
        </p:nvSpPr>
        <p:spPr>
          <a:xfrm>
            <a:off x="8610600" y="6356350"/>
            <a:ext cx="2743200" cy="365125"/>
          </a:xfrm>
          <a:prstGeom prst="rect">
            <a:avLst/>
          </a:prstGeom>
        </p:spPr>
        <p:txBody>
          <a:bodyPr/>
          <a:lstStyle/>
          <a:p>
            <a:fld id="{070B61E1-59A4-6F45-9124-7AC2B93CAFAF}" type="slidenum">
              <a:rPr kumimoji="1" lang="zh-CN" altLang="en-US" smtClean="0"/>
              <a:t>‹#›</a:t>
            </a:fld>
            <a:endParaRPr kumimoji="1" lang="zh-CN" altLang="en-US"/>
          </a:p>
        </p:txBody>
      </p:sp>
    </p:spTree>
    <p:extLst>
      <p:ext uri="{BB962C8B-B14F-4D97-AF65-F5344CB8AC3E}">
        <p14:creationId xmlns:p14="http://schemas.microsoft.com/office/powerpoint/2010/main" val="251559397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E1E8297E-0BF7-F8C7-48DE-BC88CA3AABDA}"/>
              </a:ext>
            </a:extLst>
          </p:cNvPr>
          <p:cNvSpPr>
            <a:spLocks noGrp="1"/>
          </p:cNvSpPr>
          <p:nvPr>
            <p:ph type="title" orient="vert"/>
          </p:nvPr>
        </p:nvSpPr>
        <p:spPr>
          <a:xfrm>
            <a:off x="8724900" y="365125"/>
            <a:ext cx="2628900" cy="5811838"/>
          </a:xfrm>
          <a:prstGeom prst="rect">
            <a:avLst/>
          </a:prstGeom>
        </p:spPr>
        <p:txBody>
          <a:bodyPr vert="eaVert"/>
          <a:lstStyle/>
          <a:p>
            <a:r>
              <a:rPr kumimoji="1" lang="zh-CN" altLang="en-US"/>
              <a:t>单击此处编辑母版标题样式</a:t>
            </a:r>
          </a:p>
        </p:txBody>
      </p:sp>
      <p:sp>
        <p:nvSpPr>
          <p:cNvPr id="3" name="竖排文字占位符 2">
            <a:extLst>
              <a:ext uri="{FF2B5EF4-FFF2-40B4-BE49-F238E27FC236}">
                <a16:creationId xmlns:a16="http://schemas.microsoft.com/office/drawing/2014/main" id="{393704EC-DB0F-FC9F-73DD-AD423AB40340}"/>
              </a:ext>
            </a:extLst>
          </p:cNvPr>
          <p:cNvSpPr>
            <a:spLocks noGrp="1"/>
          </p:cNvSpPr>
          <p:nvPr>
            <p:ph type="body" orient="vert" idx="1"/>
          </p:nvPr>
        </p:nvSpPr>
        <p:spPr>
          <a:xfrm>
            <a:off x="838200" y="365125"/>
            <a:ext cx="7734300" cy="5811838"/>
          </a:xfrm>
          <a:prstGeom prst="rect">
            <a:avLst/>
          </a:prstGeom>
        </p:spPr>
        <p:txBody>
          <a:bodyPr vert="eaVert"/>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日期占位符 3">
            <a:extLst>
              <a:ext uri="{FF2B5EF4-FFF2-40B4-BE49-F238E27FC236}">
                <a16:creationId xmlns:a16="http://schemas.microsoft.com/office/drawing/2014/main" id="{FD8BCAE4-78CA-BC29-CF89-6644D59E472F}"/>
              </a:ext>
            </a:extLst>
          </p:cNvPr>
          <p:cNvSpPr>
            <a:spLocks noGrp="1"/>
          </p:cNvSpPr>
          <p:nvPr>
            <p:ph type="dt" sz="half" idx="10"/>
          </p:nvPr>
        </p:nvSpPr>
        <p:spPr>
          <a:xfrm>
            <a:off x="838200" y="6356350"/>
            <a:ext cx="2743200" cy="365125"/>
          </a:xfrm>
          <a:prstGeom prst="rect">
            <a:avLst/>
          </a:prstGeom>
        </p:spPr>
        <p:txBody>
          <a:bodyPr/>
          <a:lstStyle/>
          <a:p>
            <a:endParaRPr kumimoji="1" lang="zh-CN" altLang="en-US"/>
          </a:p>
        </p:txBody>
      </p:sp>
      <p:sp>
        <p:nvSpPr>
          <p:cNvPr id="5" name="页脚占位符 4">
            <a:extLst>
              <a:ext uri="{FF2B5EF4-FFF2-40B4-BE49-F238E27FC236}">
                <a16:creationId xmlns:a16="http://schemas.microsoft.com/office/drawing/2014/main" id="{AFD95D50-A51D-475D-0E2B-F20398D988D2}"/>
              </a:ext>
            </a:extLst>
          </p:cNvPr>
          <p:cNvSpPr>
            <a:spLocks noGrp="1"/>
          </p:cNvSpPr>
          <p:nvPr>
            <p:ph type="ftr" sz="quarter" idx="11"/>
          </p:nvPr>
        </p:nvSpPr>
        <p:spPr>
          <a:xfrm>
            <a:off x="4038600" y="6356350"/>
            <a:ext cx="4114800" cy="365125"/>
          </a:xfrm>
          <a:prstGeom prst="rect">
            <a:avLst/>
          </a:prstGeom>
        </p:spPr>
        <p:txBody>
          <a:bodyPr/>
          <a:lstStyle/>
          <a:p>
            <a:endParaRPr kumimoji="1" lang="zh-CN" altLang="en-US"/>
          </a:p>
        </p:txBody>
      </p:sp>
      <p:sp>
        <p:nvSpPr>
          <p:cNvPr id="6" name="灯片编号占位符 5">
            <a:extLst>
              <a:ext uri="{FF2B5EF4-FFF2-40B4-BE49-F238E27FC236}">
                <a16:creationId xmlns:a16="http://schemas.microsoft.com/office/drawing/2014/main" id="{EE220719-10FE-0167-0382-D818605C4839}"/>
              </a:ext>
            </a:extLst>
          </p:cNvPr>
          <p:cNvSpPr>
            <a:spLocks noGrp="1"/>
          </p:cNvSpPr>
          <p:nvPr>
            <p:ph type="sldNum" sz="quarter" idx="12"/>
          </p:nvPr>
        </p:nvSpPr>
        <p:spPr>
          <a:xfrm>
            <a:off x="8610600" y="6356350"/>
            <a:ext cx="2743200" cy="365125"/>
          </a:xfrm>
          <a:prstGeom prst="rect">
            <a:avLst/>
          </a:prstGeom>
        </p:spPr>
        <p:txBody>
          <a:bodyPr/>
          <a:lstStyle/>
          <a:p>
            <a:fld id="{070B61E1-59A4-6F45-9124-7AC2B93CAFAF}" type="slidenum">
              <a:rPr kumimoji="1" lang="zh-CN" altLang="en-US" smtClean="0"/>
              <a:t>‹#›</a:t>
            </a:fld>
            <a:endParaRPr kumimoji="1" lang="zh-CN" altLang="en-US"/>
          </a:p>
        </p:txBody>
      </p:sp>
    </p:spTree>
    <p:extLst>
      <p:ext uri="{BB962C8B-B14F-4D97-AF65-F5344CB8AC3E}">
        <p14:creationId xmlns:p14="http://schemas.microsoft.com/office/powerpoint/2010/main" val="390092394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p:cNvSpPr>
            <a:spLocks noGrp="1"/>
          </p:cNvSpPr>
          <p:nvPr>
            <p:ph type="dt" sz="half" idx="10"/>
          </p:nvPr>
        </p:nvSpPr>
        <p:spPr/>
        <p:txBody>
          <a:bodyPr/>
          <a:lstStyle/>
          <a:p>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F65EA71B-FD75-4DB7-9B02-C3F9EE5E8399}" type="slidenum">
              <a:rPr lang="zh-CN" altLang="en-US" smtClean="0"/>
              <a:t>‹#›</a:t>
            </a:fld>
            <a:endParaRPr lang="zh-CN" altLang="en-US"/>
          </a:p>
        </p:txBody>
      </p:sp>
    </p:spTree>
    <p:extLst>
      <p:ext uri="{BB962C8B-B14F-4D97-AF65-F5344CB8AC3E}">
        <p14:creationId xmlns:p14="http://schemas.microsoft.com/office/powerpoint/2010/main" val="8572212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F65EA71B-FD75-4DB7-9B02-C3F9EE5E8399}" type="slidenum">
              <a:rPr lang="zh-CN" altLang="en-US" smtClean="0"/>
              <a:t>‹#›</a:t>
            </a:fld>
            <a:endParaRPr lang="zh-CN" altLang="en-US"/>
          </a:p>
        </p:txBody>
      </p:sp>
    </p:spTree>
    <p:extLst>
      <p:ext uri="{BB962C8B-B14F-4D97-AF65-F5344CB8AC3E}">
        <p14:creationId xmlns:p14="http://schemas.microsoft.com/office/powerpoint/2010/main" val="397305902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p:txBody>
          <a:bodyPr/>
          <a:lstStyle/>
          <a:p>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F65EA71B-FD75-4DB7-9B02-C3F9EE5E8399}" type="slidenum">
              <a:rPr lang="zh-CN" altLang="en-US" smtClean="0"/>
              <a:t>‹#›</a:t>
            </a:fld>
            <a:endParaRPr lang="zh-CN" altLang="en-US"/>
          </a:p>
        </p:txBody>
      </p:sp>
    </p:spTree>
    <p:extLst>
      <p:ext uri="{BB962C8B-B14F-4D97-AF65-F5344CB8AC3E}">
        <p14:creationId xmlns:p14="http://schemas.microsoft.com/office/powerpoint/2010/main" val="2988000867"/>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p>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F65EA71B-FD75-4DB7-9B02-C3F9EE5E8399}" type="slidenum">
              <a:rPr lang="zh-CN" altLang="en-US" smtClean="0"/>
              <a:t>‹#›</a:t>
            </a:fld>
            <a:endParaRPr lang="zh-CN" altLang="en-US"/>
          </a:p>
        </p:txBody>
      </p:sp>
    </p:spTree>
    <p:extLst>
      <p:ext uri="{BB962C8B-B14F-4D97-AF65-F5344CB8AC3E}">
        <p14:creationId xmlns:p14="http://schemas.microsoft.com/office/powerpoint/2010/main" val="4286625454"/>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p>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F65EA71B-FD75-4DB7-9B02-C3F9EE5E8399}" type="slidenum">
              <a:rPr lang="zh-CN" altLang="en-US" smtClean="0"/>
              <a:t>‹#›</a:t>
            </a:fld>
            <a:endParaRPr lang="zh-CN" altLang="en-US"/>
          </a:p>
        </p:txBody>
      </p:sp>
    </p:spTree>
    <p:extLst>
      <p:ext uri="{BB962C8B-B14F-4D97-AF65-F5344CB8AC3E}">
        <p14:creationId xmlns:p14="http://schemas.microsoft.com/office/powerpoint/2010/main" val="3385892835"/>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F65EA71B-FD75-4DB7-9B02-C3F9EE5E8399}" type="slidenum">
              <a:rPr lang="zh-CN" altLang="en-US" smtClean="0"/>
              <a:t>‹#›</a:t>
            </a:fld>
            <a:endParaRPr lang="zh-CN" altLang="en-US"/>
          </a:p>
        </p:txBody>
      </p:sp>
    </p:spTree>
    <p:extLst>
      <p:ext uri="{BB962C8B-B14F-4D97-AF65-F5344CB8AC3E}">
        <p14:creationId xmlns:p14="http://schemas.microsoft.com/office/powerpoint/2010/main" val="176846490"/>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F65EA71B-FD75-4DB7-9B02-C3F9EE5E8399}" type="slidenum">
              <a:rPr lang="zh-CN" altLang="en-US" smtClean="0"/>
              <a:t>‹#›</a:t>
            </a:fld>
            <a:endParaRPr lang="zh-CN" altLang="en-US"/>
          </a:p>
        </p:txBody>
      </p:sp>
    </p:spTree>
    <p:extLst>
      <p:ext uri="{BB962C8B-B14F-4D97-AF65-F5344CB8AC3E}">
        <p14:creationId xmlns:p14="http://schemas.microsoft.com/office/powerpoint/2010/main" val="1490281985"/>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F65EA71B-FD75-4DB7-9B02-C3F9EE5E8399}" type="slidenum">
              <a:rPr lang="zh-CN" altLang="en-US" smtClean="0"/>
              <a:t>‹#›</a:t>
            </a:fld>
            <a:endParaRPr lang="zh-CN" altLang="en-US"/>
          </a:p>
        </p:txBody>
      </p:sp>
    </p:spTree>
    <p:extLst>
      <p:ext uri="{BB962C8B-B14F-4D97-AF65-F5344CB8AC3E}">
        <p14:creationId xmlns:p14="http://schemas.microsoft.com/office/powerpoint/2010/main" val="2591420386"/>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F65EA71B-FD75-4DB7-9B02-C3F9EE5E8399}" type="slidenum">
              <a:rPr lang="zh-CN" altLang="en-US" smtClean="0"/>
              <a:t>‹#›</a:t>
            </a:fld>
            <a:endParaRPr lang="zh-CN" altLang="en-US"/>
          </a:p>
        </p:txBody>
      </p:sp>
    </p:spTree>
    <p:extLst>
      <p:ext uri="{BB962C8B-B14F-4D97-AF65-F5344CB8AC3E}">
        <p14:creationId xmlns:p14="http://schemas.microsoft.com/office/powerpoint/2010/main" val="323067861"/>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F65EA71B-FD75-4DB7-9B02-C3F9EE5E8399}" type="slidenum">
              <a:rPr lang="zh-CN" altLang="en-US" smtClean="0"/>
              <a:t>‹#›</a:t>
            </a:fld>
            <a:endParaRPr lang="zh-CN" altLang="en-US"/>
          </a:p>
        </p:txBody>
      </p:sp>
    </p:spTree>
    <p:extLst>
      <p:ext uri="{BB962C8B-B14F-4D97-AF65-F5344CB8AC3E}">
        <p14:creationId xmlns:p14="http://schemas.microsoft.com/office/powerpoint/2010/main" val="2183827106"/>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F65EA71B-FD75-4DB7-9B02-C3F9EE5E8399}" type="slidenum">
              <a:rPr lang="zh-CN" altLang="en-US" smtClean="0"/>
              <a:t>‹#›</a:t>
            </a:fld>
            <a:endParaRPr lang="zh-CN" altLang="en-US"/>
          </a:p>
        </p:txBody>
      </p:sp>
    </p:spTree>
    <p:extLst>
      <p:ext uri="{BB962C8B-B14F-4D97-AF65-F5344CB8AC3E}">
        <p14:creationId xmlns:p14="http://schemas.microsoft.com/office/powerpoint/2010/main" val="194703304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2.xml"/><Relationship Id="rId3" Type="http://schemas.openxmlformats.org/officeDocument/2006/relationships/slideLayout" Target="../slideLayouts/slideLayout17.xml"/><Relationship Id="rId7" Type="http://schemas.openxmlformats.org/officeDocument/2006/relationships/slideLayout" Target="../slideLayouts/slideLayout21.xml"/><Relationship Id="rId12" Type="http://schemas.openxmlformats.org/officeDocument/2006/relationships/theme" Target="../theme/theme2.xml"/><Relationship Id="rId2" Type="http://schemas.openxmlformats.org/officeDocument/2006/relationships/slideLayout" Target="../slideLayouts/slideLayout16.xml"/><Relationship Id="rId1" Type="http://schemas.openxmlformats.org/officeDocument/2006/relationships/slideLayout" Target="../slideLayouts/slideLayout15.xml"/><Relationship Id="rId6" Type="http://schemas.openxmlformats.org/officeDocument/2006/relationships/slideLayout" Target="../slideLayouts/slideLayout20.xml"/><Relationship Id="rId11" Type="http://schemas.openxmlformats.org/officeDocument/2006/relationships/slideLayout" Target="../slideLayouts/slideLayout25.xml"/><Relationship Id="rId5" Type="http://schemas.openxmlformats.org/officeDocument/2006/relationships/slideLayout" Target="../slideLayouts/slideLayout19.xml"/><Relationship Id="rId10" Type="http://schemas.openxmlformats.org/officeDocument/2006/relationships/slideLayout" Target="../slideLayouts/slideLayout24.xml"/><Relationship Id="rId4" Type="http://schemas.openxmlformats.org/officeDocument/2006/relationships/slideLayout" Target="../slideLayouts/slideLayout18.xml"/><Relationship Id="rId9" Type="http://schemas.openxmlformats.org/officeDocument/2006/relationships/slideLayout" Target="../slideLayouts/slideLayout2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436188214"/>
      </p:ext>
    </p:extLst>
  </p:cSld>
  <p:clrMap bg1="lt1" tx1="dk1" bg2="lt2" tx2="dk2" accent1="accent1" accent2="accent2" accent3="accent3" accent4="accent4" accent5="accent5" accent6="accent6" hlink="hlink" folHlink="folHlink"/>
  <p:sldLayoutIdLst>
    <p:sldLayoutId id="2147483649" r:id="rId1"/>
    <p:sldLayoutId id="2147483682" r:id="rId2"/>
    <p:sldLayoutId id="2147483651" r:id="rId3"/>
    <p:sldLayoutId id="2147483683" r:id="rId4"/>
    <p:sldLayoutId id="2147483654" r:id="rId5"/>
    <p:sldLayoutId id="2147483666" r:id="rId6"/>
    <p:sldLayoutId id="2147483665" r:id="rId7"/>
    <p:sldLayoutId id="2147483667" r:id="rId8"/>
    <p:sldLayoutId id="2147483668" r:id="rId9"/>
    <p:sldLayoutId id="2147483653" r:id="rId10"/>
    <p:sldLayoutId id="2147483656" r:id="rId11"/>
    <p:sldLayoutId id="2147483657" r:id="rId12"/>
    <p:sldLayoutId id="2147483658" r:id="rId13"/>
    <p:sldLayoutId id="2147483659" r:id="rId14"/>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65EA71B-FD75-4DB7-9B02-C3F9EE5E8399}" type="slidenum">
              <a:rPr lang="zh-CN" altLang="en-US" smtClean="0"/>
              <a:t>‹#›</a:t>
            </a:fld>
            <a:endParaRPr lang="zh-CN" altLang="en-US"/>
          </a:p>
        </p:txBody>
      </p:sp>
    </p:spTree>
    <p:extLst>
      <p:ext uri="{BB962C8B-B14F-4D97-AF65-F5344CB8AC3E}">
        <p14:creationId xmlns:p14="http://schemas.microsoft.com/office/powerpoint/2010/main" val="595289797"/>
      </p:ext>
    </p:extLst>
  </p:cSld>
  <p:clrMap bg1="lt1" tx1="dk1" bg2="lt2" tx2="dk2" accent1="accent1" accent2="accent2" accent3="accent3" accent4="accent4" accent5="accent5" accent6="accent6" hlink="hlink" folHlink="folHlink"/>
  <p:sldLayoutIdLst>
    <p:sldLayoutId id="2147483670" r:id="rId1"/>
    <p:sldLayoutId id="2147483671" r:id="rId2"/>
    <p:sldLayoutId id="2147483672" r:id="rId3"/>
    <p:sldLayoutId id="2147483673" r:id="rId4"/>
    <p:sldLayoutId id="2147483674" r:id="rId5"/>
    <p:sldLayoutId id="2147483675" r:id="rId6"/>
    <p:sldLayoutId id="2147483676" r:id="rId7"/>
    <p:sldLayoutId id="2147483677" r:id="rId8"/>
    <p:sldLayoutId id="2147483678" r:id="rId9"/>
    <p:sldLayoutId id="2147483679" r:id="rId10"/>
    <p:sldLayoutId id="2147483680"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0B8BAF1-4592-4956-533A-A9163FA97B36}"/>
              </a:ext>
            </a:extLst>
          </p:cNvPr>
          <p:cNvSpPr>
            <a:spLocks noGrp="1"/>
          </p:cNvSpPr>
          <p:nvPr>
            <p:ph type="title"/>
          </p:nvPr>
        </p:nvSpPr>
        <p:spPr/>
        <p:txBody>
          <a:bodyPr>
            <a:normAutofit/>
          </a:bodyPr>
          <a:lstStyle/>
          <a:p>
            <a:r>
              <a:rPr kumimoji="1" lang="zh-CN" altLang="en-US" sz="4800" dirty="0"/>
              <a:t>单词此处添加标题</a:t>
            </a:r>
          </a:p>
        </p:txBody>
      </p:sp>
      <p:sp>
        <p:nvSpPr>
          <p:cNvPr id="3" name="文本占位符 2">
            <a:extLst>
              <a:ext uri="{FF2B5EF4-FFF2-40B4-BE49-F238E27FC236}">
                <a16:creationId xmlns:a16="http://schemas.microsoft.com/office/drawing/2014/main" id="{23679414-686B-9F34-4050-5B41DD38A003}"/>
              </a:ext>
            </a:extLst>
          </p:cNvPr>
          <p:cNvSpPr>
            <a:spLocks noGrp="1"/>
          </p:cNvSpPr>
          <p:nvPr>
            <p:ph type="body" sz="quarter" idx="19"/>
          </p:nvPr>
        </p:nvSpPr>
        <p:spPr/>
        <p:txBody>
          <a:bodyPr/>
          <a:lstStyle/>
          <a:p>
            <a:r>
              <a:rPr kumimoji="1" lang="zh-CN" altLang="en-US" dirty="0"/>
              <a:t>请输入汇报人姓名 ｜ </a:t>
            </a:r>
            <a:r>
              <a:rPr kumimoji="1" lang="en-US" altLang="zh-CN" dirty="0"/>
              <a:t>xx</a:t>
            </a:r>
            <a:r>
              <a:rPr kumimoji="1" lang="zh-CN" altLang="en-US" dirty="0"/>
              <a:t>年</a:t>
            </a:r>
            <a:r>
              <a:rPr kumimoji="1" lang="en-US" altLang="zh-CN" dirty="0"/>
              <a:t>xx</a:t>
            </a:r>
            <a:r>
              <a:rPr kumimoji="1" lang="zh-CN" altLang="en-US" dirty="0"/>
              <a:t>月</a:t>
            </a:r>
            <a:r>
              <a:rPr kumimoji="1" lang="en-US" altLang="zh-CN" dirty="0"/>
              <a:t>xx</a:t>
            </a:r>
            <a:r>
              <a:rPr kumimoji="1" lang="zh-CN" altLang="en-US" dirty="0"/>
              <a:t>日</a:t>
            </a:r>
          </a:p>
          <a:p>
            <a:endParaRPr kumimoji="1" lang="zh-CN" altLang="en-US" dirty="0"/>
          </a:p>
        </p:txBody>
      </p:sp>
    </p:spTree>
    <p:extLst>
      <p:ext uri="{BB962C8B-B14F-4D97-AF65-F5344CB8AC3E}">
        <p14:creationId xmlns:p14="http://schemas.microsoft.com/office/powerpoint/2010/main" val="418738884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5" name="组合 14">
            <a:extLst>
              <a:ext uri="{FF2B5EF4-FFF2-40B4-BE49-F238E27FC236}">
                <a16:creationId xmlns:a16="http://schemas.microsoft.com/office/drawing/2014/main" id="{D2613D74-CA92-C021-8761-5C3BADA05FFD}"/>
              </a:ext>
            </a:extLst>
          </p:cNvPr>
          <p:cNvGrpSpPr/>
          <p:nvPr/>
        </p:nvGrpSpPr>
        <p:grpSpPr>
          <a:xfrm>
            <a:off x="1727370" y="5191405"/>
            <a:ext cx="2975026" cy="538954"/>
            <a:chOff x="885955" y="2441768"/>
            <a:chExt cx="3974400" cy="720000"/>
          </a:xfrm>
        </p:grpSpPr>
        <p:pic>
          <p:nvPicPr>
            <p:cNvPr id="16" name="图片 15" descr="在黑暗中&#10;&#10;低可信度描述已自动生成">
              <a:extLst>
                <a:ext uri="{FF2B5EF4-FFF2-40B4-BE49-F238E27FC236}">
                  <a16:creationId xmlns:a16="http://schemas.microsoft.com/office/drawing/2014/main" id="{3ED31EA6-6D67-2033-4BB6-018BD727EA8A}"/>
                </a:ext>
              </a:extLst>
            </p:cNvPr>
            <p:cNvPicPr>
              <a:picLocks noChangeAspect="1"/>
            </p:cNvPicPr>
            <p:nvPr userDrawn="1"/>
          </p:nvPicPr>
          <p:blipFill>
            <a:blip r:embed="rId2"/>
            <a:stretch>
              <a:fillRect/>
            </a:stretch>
          </p:blipFill>
          <p:spPr>
            <a:xfrm>
              <a:off x="885955" y="2441768"/>
              <a:ext cx="3974400" cy="720000"/>
            </a:xfrm>
            <a:prstGeom prst="rect">
              <a:avLst/>
            </a:prstGeom>
          </p:spPr>
        </p:pic>
        <p:sp>
          <p:nvSpPr>
            <p:cNvPr id="17" name="椭圆 16">
              <a:extLst>
                <a:ext uri="{FF2B5EF4-FFF2-40B4-BE49-F238E27FC236}">
                  <a16:creationId xmlns:a16="http://schemas.microsoft.com/office/drawing/2014/main" id="{79A4619A-87FC-0805-ACD0-1593B50A31C4}"/>
                </a:ext>
              </a:extLst>
            </p:cNvPr>
            <p:cNvSpPr>
              <a:spLocks noChangeAspect="1"/>
            </p:cNvSpPr>
            <p:nvPr userDrawn="1"/>
          </p:nvSpPr>
          <p:spPr>
            <a:xfrm>
              <a:off x="980799" y="2477768"/>
              <a:ext cx="648000" cy="648000"/>
            </a:xfrm>
            <a:prstGeom prst="ellipse">
              <a:avLst/>
            </a:prstGeom>
            <a:solidFill>
              <a:srgbClr val="D02A2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ln>
                  <a:noFill/>
                </a:ln>
                <a:solidFill>
                  <a:schemeClr val="bg1"/>
                </a:solidFill>
              </a:endParaRPr>
            </a:p>
          </p:txBody>
        </p:sp>
      </p:grpSp>
      <p:grpSp>
        <p:nvGrpSpPr>
          <p:cNvPr id="18" name="组合 17">
            <a:extLst>
              <a:ext uri="{FF2B5EF4-FFF2-40B4-BE49-F238E27FC236}">
                <a16:creationId xmlns:a16="http://schemas.microsoft.com/office/drawing/2014/main" id="{FA5B2BA1-4014-11AA-2D46-066692735AE4}"/>
              </a:ext>
            </a:extLst>
          </p:cNvPr>
          <p:cNvGrpSpPr/>
          <p:nvPr/>
        </p:nvGrpSpPr>
        <p:grpSpPr>
          <a:xfrm>
            <a:off x="1727370" y="1630171"/>
            <a:ext cx="2975026" cy="538954"/>
            <a:chOff x="885955" y="2441768"/>
            <a:chExt cx="3974400" cy="720000"/>
          </a:xfrm>
        </p:grpSpPr>
        <p:pic>
          <p:nvPicPr>
            <p:cNvPr id="19" name="图片 18" descr="在黑暗中&#10;&#10;低可信度描述已自动生成">
              <a:extLst>
                <a:ext uri="{FF2B5EF4-FFF2-40B4-BE49-F238E27FC236}">
                  <a16:creationId xmlns:a16="http://schemas.microsoft.com/office/drawing/2014/main" id="{7B170B54-9D54-AA80-2B66-DB59990E22C8}"/>
                </a:ext>
              </a:extLst>
            </p:cNvPr>
            <p:cNvPicPr>
              <a:picLocks noChangeAspect="1"/>
            </p:cNvPicPr>
            <p:nvPr userDrawn="1"/>
          </p:nvPicPr>
          <p:blipFill>
            <a:blip r:embed="rId2"/>
            <a:stretch>
              <a:fillRect/>
            </a:stretch>
          </p:blipFill>
          <p:spPr>
            <a:xfrm>
              <a:off x="885955" y="2441768"/>
              <a:ext cx="3974400" cy="720000"/>
            </a:xfrm>
            <a:prstGeom prst="rect">
              <a:avLst/>
            </a:prstGeom>
          </p:spPr>
        </p:pic>
        <p:sp>
          <p:nvSpPr>
            <p:cNvPr id="20" name="椭圆 19">
              <a:extLst>
                <a:ext uri="{FF2B5EF4-FFF2-40B4-BE49-F238E27FC236}">
                  <a16:creationId xmlns:a16="http://schemas.microsoft.com/office/drawing/2014/main" id="{DAD32608-DE6C-CE5F-B99C-DB424D46259F}"/>
                </a:ext>
              </a:extLst>
            </p:cNvPr>
            <p:cNvSpPr>
              <a:spLocks noChangeAspect="1"/>
            </p:cNvSpPr>
            <p:nvPr userDrawn="1"/>
          </p:nvSpPr>
          <p:spPr>
            <a:xfrm>
              <a:off x="980799" y="2477768"/>
              <a:ext cx="648000" cy="648000"/>
            </a:xfrm>
            <a:prstGeom prst="ellipse">
              <a:avLst/>
            </a:prstGeom>
            <a:solidFill>
              <a:srgbClr val="D02A2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ln>
                  <a:noFill/>
                </a:ln>
                <a:solidFill>
                  <a:schemeClr val="bg1"/>
                </a:solidFill>
              </a:endParaRPr>
            </a:p>
          </p:txBody>
        </p:sp>
      </p:grpSp>
      <p:grpSp>
        <p:nvGrpSpPr>
          <p:cNvPr id="21" name="组合 20">
            <a:extLst>
              <a:ext uri="{FF2B5EF4-FFF2-40B4-BE49-F238E27FC236}">
                <a16:creationId xmlns:a16="http://schemas.microsoft.com/office/drawing/2014/main" id="{67366A5D-86EF-E093-6D60-E5EF8FD97E66}"/>
              </a:ext>
            </a:extLst>
          </p:cNvPr>
          <p:cNvGrpSpPr/>
          <p:nvPr/>
        </p:nvGrpSpPr>
        <p:grpSpPr>
          <a:xfrm>
            <a:off x="1727370" y="4479159"/>
            <a:ext cx="2975026" cy="538954"/>
            <a:chOff x="885955" y="2441768"/>
            <a:chExt cx="3974400" cy="720000"/>
          </a:xfrm>
        </p:grpSpPr>
        <p:pic>
          <p:nvPicPr>
            <p:cNvPr id="22" name="图片 21" descr="在黑暗中&#10;&#10;低可信度描述已自动生成">
              <a:extLst>
                <a:ext uri="{FF2B5EF4-FFF2-40B4-BE49-F238E27FC236}">
                  <a16:creationId xmlns:a16="http://schemas.microsoft.com/office/drawing/2014/main" id="{4D5ED71C-52BE-6DE9-0DF1-BCBCFCAD3CAB}"/>
                </a:ext>
              </a:extLst>
            </p:cNvPr>
            <p:cNvPicPr>
              <a:picLocks noChangeAspect="1"/>
            </p:cNvPicPr>
            <p:nvPr userDrawn="1"/>
          </p:nvPicPr>
          <p:blipFill>
            <a:blip r:embed="rId2"/>
            <a:stretch>
              <a:fillRect/>
            </a:stretch>
          </p:blipFill>
          <p:spPr>
            <a:xfrm>
              <a:off x="885955" y="2441768"/>
              <a:ext cx="3974400" cy="720000"/>
            </a:xfrm>
            <a:prstGeom prst="rect">
              <a:avLst/>
            </a:prstGeom>
          </p:spPr>
        </p:pic>
        <p:sp>
          <p:nvSpPr>
            <p:cNvPr id="23" name="椭圆 22">
              <a:extLst>
                <a:ext uri="{FF2B5EF4-FFF2-40B4-BE49-F238E27FC236}">
                  <a16:creationId xmlns:a16="http://schemas.microsoft.com/office/drawing/2014/main" id="{5DB47EAD-5DE5-D7CA-6FA7-BC87E475C1F6}"/>
                </a:ext>
              </a:extLst>
            </p:cNvPr>
            <p:cNvSpPr>
              <a:spLocks noChangeAspect="1"/>
            </p:cNvSpPr>
            <p:nvPr userDrawn="1"/>
          </p:nvSpPr>
          <p:spPr>
            <a:xfrm>
              <a:off x="980799" y="2477768"/>
              <a:ext cx="648000" cy="648000"/>
            </a:xfrm>
            <a:prstGeom prst="ellipse">
              <a:avLst/>
            </a:prstGeom>
            <a:solidFill>
              <a:srgbClr val="D02A2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ln>
                  <a:noFill/>
                </a:ln>
                <a:solidFill>
                  <a:schemeClr val="bg1"/>
                </a:solidFill>
              </a:endParaRPr>
            </a:p>
          </p:txBody>
        </p:sp>
      </p:grpSp>
      <p:grpSp>
        <p:nvGrpSpPr>
          <p:cNvPr id="24" name="组合 23">
            <a:extLst>
              <a:ext uri="{FF2B5EF4-FFF2-40B4-BE49-F238E27FC236}">
                <a16:creationId xmlns:a16="http://schemas.microsoft.com/office/drawing/2014/main" id="{356F640A-A9C8-0110-D543-154A33531C1A}"/>
              </a:ext>
            </a:extLst>
          </p:cNvPr>
          <p:cNvGrpSpPr/>
          <p:nvPr/>
        </p:nvGrpSpPr>
        <p:grpSpPr>
          <a:xfrm>
            <a:off x="1727370" y="3766912"/>
            <a:ext cx="2975026" cy="538954"/>
            <a:chOff x="885955" y="2441768"/>
            <a:chExt cx="3974400" cy="720000"/>
          </a:xfrm>
        </p:grpSpPr>
        <p:pic>
          <p:nvPicPr>
            <p:cNvPr id="25" name="图片 24" descr="在黑暗中&#10;&#10;低可信度描述已自动生成">
              <a:extLst>
                <a:ext uri="{FF2B5EF4-FFF2-40B4-BE49-F238E27FC236}">
                  <a16:creationId xmlns:a16="http://schemas.microsoft.com/office/drawing/2014/main" id="{D2B95B68-5754-D68C-4CA8-1822FAEB63DA}"/>
                </a:ext>
              </a:extLst>
            </p:cNvPr>
            <p:cNvPicPr>
              <a:picLocks noChangeAspect="1"/>
            </p:cNvPicPr>
            <p:nvPr userDrawn="1"/>
          </p:nvPicPr>
          <p:blipFill>
            <a:blip r:embed="rId2"/>
            <a:stretch>
              <a:fillRect/>
            </a:stretch>
          </p:blipFill>
          <p:spPr>
            <a:xfrm>
              <a:off x="885955" y="2441768"/>
              <a:ext cx="3974400" cy="720000"/>
            </a:xfrm>
            <a:prstGeom prst="rect">
              <a:avLst/>
            </a:prstGeom>
          </p:spPr>
        </p:pic>
        <p:sp>
          <p:nvSpPr>
            <p:cNvPr id="26" name="椭圆 25">
              <a:extLst>
                <a:ext uri="{FF2B5EF4-FFF2-40B4-BE49-F238E27FC236}">
                  <a16:creationId xmlns:a16="http://schemas.microsoft.com/office/drawing/2014/main" id="{952BD855-EB11-3E6C-CC61-8F17993DB984}"/>
                </a:ext>
              </a:extLst>
            </p:cNvPr>
            <p:cNvSpPr>
              <a:spLocks noChangeAspect="1"/>
            </p:cNvSpPr>
            <p:nvPr userDrawn="1"/>
          </p:nvSpPr>
          <p:spPr>
            <a:xfrm>
              <a:off x="980799" y="2477768"/>
              <a:ext cx="648000" cy="648000"/>
            </a:xfrm>
            <a:prstGeom prst="ellipse">
              <a:avLst/>
            </a:prstGeom>
            <a:solidFill>
              <a:srgbClr val="D02A2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ln>
                  <a:noFill/>
                </a:ln>
                <a:solidFill>
                  <a:schemeClr val="bg1"/>
                </a:solidFill>
              </a:endParaRPr>
            </a:p>
          </p:txBody>
        </p:sp>
      </p:grpSp>
      <p:grpSp>
        <p:nvGrpSpPr>
          <p:cNvPr id="27" name="组合 26">
            <a:extLst>
              <a:ext uri="{FF2B5EF4-FFF2-40B4-BE49-F238E27FC236}">
                <a16:creationId xmlns:a16="http://schemas.microsoft.com/office/drawing/2014/main" id="{5C156DC8-E28F-6A84-D846-4FF3484F9089}"/>
              </a:ext>
            </a:extLst>
          </p:cNvPr>
          <p:cNvGrpSpPr/>
          <p:nvPr/>
        </p:nvGrpSpPr>
        <p:grpSpPr>
          <a:xfrm>
            <a:off x="1727370" y="3054665"/>
            <a:ext cx="2975026" cy="538954"/>
            <a:chOff x="885955" y="2441768"/>
            <a:chExt cx="3974400" cy="720000"/>
          </a:xfrm>
        </p:grpSpPr>
        <p:pic>
          <p:nvPicPr>
            <p:cNvPr id="28" name="图片 27" descr="在黑暗中&#10;&#10;低可信度描述已自动生成">
              <a:extLst>
                <a:ext uri="{FF2B5EF4-FFF2-40B4-BE49-F238E27FC236}">
                  <a16:creationId xmlns:a16="http://schemas.microsoft.com/office/drawing/2014/main" id="{F5B92123-C973-3C1A-EEEA-E0AEDE34A869}"/>
                </a:ext>
              </a:extLst>
            </p:cNvPr>
            <p:cNvPicPr>
              <a:picLocks noChangeAspect="1"/>
            </p:cNvPicPr>
            <p:nvPr userDrawn="1"/>
          </p:nvPicPr>
          <p:blipFill>
            <a:blip r:embed="rId2"/>
            <a:stretch>
              <a:fillRect/>
            </a:stretch>
          </p:blipFill>
          <p:spPr>
            <a:xfrm>
              <a:off x="885955" y="2441768"/>
              <a:ext cx="3974400" cy="720000"/>
            </a:xfrm>
            <a:prstGeom prst="rect">
              <a:avLst/>
            </a:prstGeom>
          </p:spPr>
        </p:pic>
        <p:sp>
          <p:nvSpPr>
            <p:cNvPr id="29" name="椭圆 28">
              <a:extLst>
                <a:ext uri="{FF2B5EF4-FFF2-40B4-BE49-F238E27FC236}">
                  <a16:creationId xmlns:a16="http://schemas.microsoft.com/office/drawing/2014/main" id="{38F0ECDA-2918-0DF0-69D0-79F9E1E81FA5}"/>
                </a:ext>
              </a:extLst>
            </p:cNvPr>
            <p:cNvSpPr>
              <a:spLocks noChangeAspect="1"/>
            </p:cNvSpPr>
            <p:nvPr userDrawn="1"/>
          </p:nvSpPr>
          <p:spPr>
            <a:xfrm>
              <a:off x="980799" y="2477768"/>
              <a:ext cx="648000" cy="648000"/>
            </a:xfrm>
            <a:prstGeom prst="ellipse">
              <a:avLst/>
            </a:prstGeom>
            <a:solidFill>
              <a:srgbClr val="D02A2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ln>
                  <a:noFill/>
                </a:ln>
                <a:solidFill>
                  <a:schemeClr val="bg1"/>
                </a:solidFill>
              </a:endParaRPr>
            </a:p>
          </p:txBody>
        </p:sp>
      </p:grpSp>
      <p:grpSp>
        <p:nvGrpSpPr>
          <p:cNvPr id="30" name="组合 29">
            <a:extLst>
              <a:ext uri="{FF2B5EF4-FFF2-40B4-BE49-F238E27FC236}">
                <a16:creationId xmlns:a16="http://schemas.microsoft.com/office/drawing/2014/main" id="{BA170267-E7C6-ABAB-3D66-BD37863A5B95}"/>
              </a:ext>
            </a:extLst>
          </p:cNvPr>
          <p:cNvGrpSpPr/>
          <p:nvPr/>
        </p:nvGrpSpPr>
        <p:grpSpPr>
          <a:xfrm>
            <a:off x="1727370" y="2342418"/>
            <a:ext cx="2975026" cy="538954"/>
            <a:chOff x="885955" y="2441768"/>
            <a:chExt cx="3974400" cy="720000"/>
          </a:xfrm>
        </p:grpSpPr>
        <p:pic>
          <p:nvPicPr>
            <p:cNvPr id="31" name="图片 30" descr="在黑暗中&#10;&#10;低可信度描述已自动生成">
              <a:extLst>
                <a:ext uri="{FF2B5EF4-FFF2-40B4-BE49-F238E27FC236}">
                  <a16:creationId xmlns:a16="http://schemas.microsoft.com/office/drawing/2014/main" id="{76662E28-9C2E-ECD9-92D6-0B349DE5EA7C}"/>
                </a:ext>
              </a:extLst>
            </p:cNvPr>
            <p:cNvPicPr>
              <a:picLocks noChangeAspect="1"/>
            </p:cNvPicPr>
            <p:nvPr userDrawn="1"/>
          </p:nvPicPr>
          <p:blipFill>
            <a:blip r:embed="rId2"/>
            <a:stretch>
              <a:fillRect/>
            </a:stretch>
          </p:blipFill>
          <p:spPr>
            <a:xfrm>
              <a:off x="885955" y="2441768"/>
              <a:ext cx="3974400" cy="720000"/>
            </a:xfrm>
            <a:prstGeom prst="rect">
              <a:avLst/>
            </a:prstGeom>
          </p:spPr>
        </p:pic>
        <p:sp>
          <p:nvSpPr>
            <p:cNvPr id="32" name="椭圆 31">
              <a:extLst>
                <a:ext uri="{FF2B5EF4-FFF2-40B4-BE49-F238E27FC236}">
                  <a16:creationId xmlns:a16="http://schemas.microsoft.com/office/drawing/2014/main" id="{696D1CBF-9D0B-A852-60B4-7E933D13251B}"/>
                </a:ext>
              </a:extLst>
            </p:cNvPr>
            <p:cNvSpPr>
              <a:spLocks noChangeAspect="1"/>
            </p:cNvSpPr>
            <p:nvPr userDrawn="1"/>
          </p:nvSpPr>
          <p:spPr>
            <a:xfrm>
              <a:off x="980799" y="2477768"/>
              <a:ext cx="648000" cy="648000"/>
            </a:xfrm>
            <a:prstGeom prst="ellipse">
              <a:avLst/>
            </a:prstGeom>
            <a:solidFill>
              <a:srgbClr val="D02A2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ln>
                  <a:noFill/>
                </a:ln>
                <a:solidFill>
                  <a:schemeClr val="bg1"/>
                </a:solidFill>
              </a:endParaRPr>
            </a:p>
          </p:txBody>
        </p:sp>
      </p:grpSp>
      <p:sp>
        <p:nvSpPr>
          <p:cNvPr id="2" name="标题 1"/>
          <p:cNvSpPr>
            <a:spLocks noGrp="1"/>
          </p:cNvSpPr>
          <p:nvPr>
            <p:ph type="title"/>
          </p:nvPr>
        </p:nvSpPr>
        <p:spPr/>
        <p:txBody>
          <a:bodyPr/>
          <a:lstStyle/>
          <a:p>
            <a:r>
              <a:rPr lang="zh-CN" altLang="en-US" dirty="0"/>
              <a:t>目录</a:t>
            </a:r>
          </a:p>
        </p:txBody>
      </p:sp>
      <p:sp>
        <p:nvSpPr>
          <p:cNvPr id="3" name="文本占位符 2"/>
          <p:cNvSpPr>
            <a:spLocks noGrp="1"/>
          </p:cNvSpPr>
          <p:nvPr>
            <p:ph type="body" sz="quarter" idx="17"/>
          </p:nvPr>
        </p:nvSpPr>
        <p:spPr/>
        <p:txBody>
          <a:bodyPr/>
          <a:lstStyle/>
          <a:p>
            <a:r>
              <a:rPr lang="zh-CN" altLang="en-US" dirty="0"/>
              <a:t>请输入章节标题</a:t>
            </a:r>
          </a:p>
        </p:txBody>
      </p:sp>
      <p:sp>
        <p:nvSpPr>
          <p:cNvPr id="4" name="文本占位符 3"/>
          <p:cNvSpPr>
            <a:spLocks noGrp="1"/>
          </p:cNvSpPr>
          <p:nvPr>
            <p:ph type="body" sz="quarter" idx="29"/>
          </p:nvPr>
        </p:nvSpPr>
        <p:spPr/>
        <p:txBody>
          <a:bodyPr/>
          <a:lstStyle/>
          <a:p>
            <a:r>
              <a:rPr lang="en-US" altLang="zh-CN" dirty="0"/>
              <a:t>01</a:t>
            </a:r>
            <a:endParaRPr lang="zh-CN" altLang="en-US" dirty="0"/>
          </a:p>
        </p:txBody>
      </p:sp>
      <p:sp>
        <p:nvSpPr>
          <p:cNvPr id="5" name="文本占位符 4"/>
          <p:cNvSpPr>
            <a:spLocks noGrp="1"/>
          </p:cNvSpPr>
          <p:nvPr>
            <p:ph type="body" sz="quarter" idx="30"/>
          </p:nvPr>
        </p:nvSpPr>
        <p:spPr/>
        <p:txBody>
          <a:bodyPr/>
          <a:lstStyle/>
          <a:p>
            <a:r>
              <a:rPr lang="zh-CN" altLang="en-US" dirty="0"/>
              <a:t>请输入章节标题</a:t>
            </a:r>
          </a:p>
          <a:p>
            <a:endParaRPr lang="zh-CN" altLang="en-US" dirty="0"/>
          </a:p>
        </p:txBody>
      </p:sp>
      <p:sp>
        <p:nvSpPr>
          <p:cNvPr id="6" name="文本占位符 5"/>
          <p:cNvSpPr>
            <a:spLocks noGrp="1"/>
          </p:cNvSpPr>
          <p:nvPr>
            <p:ph type="body" sz="quarter" idx="31"/>
          </p:nvPr>
        </p:nvSpPr>
        <p:spPr/>
        <p:txBody>
          <a:bodyPr/>
          <a:lstStyle/>
          <a:p>
            <a:r>
              <a:rPr lang="en-US" altLang="zh-CN" dirty="0"/>
              <a:t>02</a:t>
            </a:r>
            <a:endParaRPr lang="zh-CN" altLang="en-US" dirty="0"/>
          </a:p>
        </p:txBody>
      </p:sp>
      <p:sp>
        <p:nvSpPr>
          <p:cNvPr id="7" name="文本占位符 6"/>
          <p:cNvSpPr>
            <a:spLocks noGrp="1"/>
          </p:cNvSpPr>
          <p:nvPr>
            <p:ph type="body" sz="quarter" idx="32"/>
          </p:nvPr>
        </p:nvSpPr>
        <p:spPr/>
        <p:txBody>
          <a:bodyPr/>
          <a:lstStyle/>
          <a:p>
            <a:r>
              <a:rPr lang="zh-CN" altLang="en-US" dirty="0"/>
              <a:t>请输入章节标题</a:t>
            </a:r>
          </a:p>
          <a:p>
            <a:endParaRPr lang="zh-CN" altLang="en-US" dirty="0"/>
          </a:p>
        </p:txBody>
      </p:sp>
      <p:sp>
        <p:nvSpPr>
          <p:cNvPr id="8" name="文本占位符 7"/>
          <p:cNvSpPr>
            <a:spLocks noGrp="1"/>
          </p:cNvSpPr>
          <p:nvPr>
            <p:ph type="body" sz="quarter" idx="33"/>
          </p:nvPr>
        </p:nvSpPr>
        <p:spPr/>
        <p:txBody>
          <a:bodyPr/>
          <a:lstStyle/>
          <a:p>
            <a:r>
              <a:rPr lang="en-US" altLang="zh-CN" dirty="0"/>
              <a:t>04</a:t>
            </a:r>
            <a:endParaRPr lang="zh-CN" altLang="en-US" dirty="0"/>
          </a:p>
        </p:txBody>
      </p:sp>
      <p:sp>
        <p:nvSpPr>
          <p:cNvPr id="9" name="文本占位符 8"/>
          <p:cNvSpPr>
            <a:spLocks noGrp="1"/>
          </p:cNvSpPr>
          <p:nvPr>
            <p:ph type="body" sz="quarter" idx="34"/>
          </p:nvPr>
        </p:nvSpPr>
        <p:spPr/>
        <p:txBody>
          <a:bodyPr/>
          <a:lstStyle/>
          <a:p>
            <a:r>
              <a:rPr lang="zh-CN" altLang="en-US" dirty="0"/>
              <a:t>请输入章节标题</a:t>
            </a:r>
          </a:p>
          <a:p>
            <a:endParaRPr lang="zh-CN" altLang="en-US" dirty="0"/>
          </a:p>
        </p:txBody>
      </p:sp>
      <p:sp>
        <p:nvSpPr>
          <p:cNvPr id="10" name="文本占位符 9"/>
          <p:cNvSpPr>
            <a:spLocks noGrp="1"/>
          </p:cNvSpPr>
          <p:nvPr>
            <p:ph type="body" sz="quarter" idx="35"/>
          </p:nvPr>
        </p:nvSpPr>
        <p:spPr/>
        <p:txBody>
          <a:bodyPr/>
          <a:lstStyle/>
          <a:p>
            <a:r>
              <a:rPr lang="en-US" altLang="zh-CN" dirty="0"/>
              <a:t>03</a:t>
            </a:r>
            <a:endParaRPr lang="zh-CN" altLang="en-US" dirty="0"/>
          </a:p>
        </p:txBody>
      </p:sp>
      <p:sp>
        <p:nvSpPr>
          <p:cNvPr id="11" name="文本占位符 10"/>
          <p:cNvSpPr>
            <a:spLocks noGrp="1"/>
          </p:cNvSpPr>
          <p:nvPr>
            <p:ph type="body" sz="quarter" idx="36"/>
          </p:nvPr>
        </p:nvSpPr>
        <p:spPr/>
        <p:txBody>
          <a:bodyPr/>
          <a:lstStyle/>
          <a:p>
            <a:r>
              <a:rPr lang="zh-CN" altLang="en-US" dirty="0"/>
              <a:t>请输入章节标题</a:t>
            </a:r>
          </a:p>
          <a:p>
            <a:endParaRPr lang="zh-CN" altLang="en-US" dirty="0"/>
          </a:p>
        </p:txBody>
      </p:sp>
      <p:sp>
        <p:nvSpPr>
          <p:cNvPr id="12" name="文本占位符 11"/>
          <p:cNvSpPr>
            <a:spLocks noGrp="1"/>
          </p:cNvSpPr>
          <p:nvPr>
            <p:ph type="body" sz="quarter" idx="37"/>
          </p:nvPr>
        </p:nvSpPr>
        <p:spPr/>
        <p:txBody>
          <a:bodyPr/>
          <a:lstStyle/>
          <a:p>
            <a:r>
              <a:rPr lang="en-US" altLang="zh-CN" dirty="0"/>
              <a:t>05</a:t>
            </a:r>
            <a:endParaRPr lang="zh-CN" altLang="en-US" dirty="0"/>
          </a:p>
        </p:txBody>
      </p:sp>
      <p:sp>
        <p:nvSpPr>
          <p:cNvPr id="13" name="文本占位符 12"/>
          <p:cNvSpPr>
            <a:spLocks noGrp="1"/>
          </p:cNvSpPr>
          <p:nvPr>
            <p:ph type="body" sz="quarter" idx="38"/>
          </p:nvPr>
        </p:nvSpPr>
        <p:spPr/>
        <p:txBody>
          <a:bodyPr/>
          <a:lstStyle/>
          <a:p>
            <a:r>
              <a:rPr lang="zh-CN" altLang="en-US" dirty="0"/>
              <a:t>请输入章节标题</a:t>
            </a:r>
          </a:p>
          <a:p>
            <a:endParaRPr lang="zh-CN" altLang="en-US" dirty="0"/>
          </a:p>
        </p:txBody>
      </p:sp>
      <p:sp>
        <p:nvSpPr>
          <p:cNvPr id="14" name="文本占位符 13"/>
          <p:cNvSpPr>
            <a:spLocks noGrp="1"/>
          </p:cNvSpPr>
          <p:nvPr>
            <p:ph type="body" sz="quarter" idx="39"/>
          </p:nvPr>
        </p:nvSpPr>
        <p:spPr/>
        <p:txBody>
          <a:bodyPr/>
          <a:lstStyle/>
          <a:p>
            <a:r>
              <a:rPr lang="en-US" altLang="zh-CN" dirty="0"/>
              <a:t>06</a:t>
            </a:r>
            <a:endParaRPr lang="zh-CN" altLang="en-US" dirty="0"/>
          </a:p>
        </p:txBody>
      </p:sp>
    </p:spTree>
    <p:extLst>
      <p:ext uri="{BB962C8B-B14F-4D97-AF65-F5344CB8AC3E}">
        <p14:creationId xmlns:p14="http://schemas.microsoft.com/office/powerpoint/2010/main" val="227587244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z="3600" dirty="0"/>
              <a:t>请输入章节标题</a:t>
            </a:r>
          </a:p>
        </p:txBody>
      </p:sp>
      <p:sp>
        <p:nvSpPr>
          <p:cNvPr id="3" name="文本占位符 2"/>
          <p:cNvSpPr>
            <a:spLocks noGrp="1"/>
          </p:cNvSpPr>
          <p:nvPr>
            <p:ph type="body" sz="quarter" idx="10"/>
          </p:nvPr>
        </p:nvSpPr>
        <p:spPr/>
        <p:txBody>
          <a:bodyPr/>
          <a:lstStyle/>
          <a:p>
            <a:r>
              <a:rPr lang="zh-CN" altLang="en-US" sz="2400" dirty="0"/>
              <a:t>点击输入章节副标题</a:t>
            </a:r>
            <a:endParaRPr lang="en-US" altLang="zh-CN" sz="2400" dirty="0"/>
          </a:p>
        </p:txBody>
      </p:sp>
      <p:sp>
        <p:nvSpPr>
          <p:cNvPr id="4" name="内容占位符 3"/>
          <p:cNvSpPr>
            <a:spLocks noGrp="1"/>
          </p:cNvSpPr>
          <p:nvPr>
            <p:ph sz="quarter" idx="11"/>
          </p:nvPr>
        </p:nvSpPr>
        <p:spPr/>
        <p:txBody>
          <a:bodyPr/>
          <a:lstStyle/>
          <a:p>
            <a:r>
              <a:rPr lang="en-US" altLang="zh-CN" dirty="0"/>
              <a:t>01</a:t>
            </a:r>
            <a:endParaRPr lang="zh-CN" altLang="en-US" dirty="0"/>
          </a:p>
        </p:txBody>
      </p:sp>
    </p:spTree>
    <p:extLst>
      <p:ext uri="{BB962C8B-B14F-4D97-AF65-F5344CB8AC3E}">
        <p14:creationId xmlns:p14="http://schemas.microsoft.com/office/powerpoint/2010/main" val="26993760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dirty="0"/>
          </a:p>
        </p:txBody>
      </p:sp>
      <p:sp>
        <p:nvSpPr>
          <p:cNvPr id="3" name="内容占位符 2"/>
          <p:cNvSpPr>
            <a:spLocks noGrp="1"/>
          </p:cNvSpPr>
          <p:nvPr>
            <p:ph sz="quarter" idx="10"/>
          </p:nvPr>
        </p:nvSpPr>
        <p:spPr/>
        <p:txBody>
          <a:bodyPr/>
          <a:lstStyle/>
          <a:p>
            <a:endParaRPr lang="zh-CN" altLang="en-US" dirty="0"/>
          </a:p>
        </p:txBody>
      </p:sp>
      <p:sp>
        <p:nvSpPr>
          <p:cNvPr id="4" name="文本占位符 3"/>
          <p:cNvSpPr>
            <a:spLocks noGrp="1"/>
          </p:cNvSpPr>
          <p:nvPr>
            <p:ph type="body" sz="quarter" idx="11"/>
          </p:nvPr>
        </p:nvSpPr>
        <p:spPr/>
        <p:txBody>
          <a:bodyPr/>
          <a:lstStyle/>
          <a:p>
            <a:endParaRPr lang="zh-CN" altLang="en-US"/>
          </a:p>
        </p:txBody>
      </p:sp>
      <p:sp>
        <p:nvSpPr>
          <p:cNvPr id="5" name="文本占位符 4"/>
          <p:cNvSpPr>
            <a:spLocks noGrp="1"/>
          </p:cNvSpPr>
          <p:nvPr>
            <p:ph type="body" sz="quarter" idx="12"/>
          </p:nvPr>
        </p:nvSpPr>
        <p:spPr/>
        <p:txBody>
          <a:bodyPr/>
          <a:lstStyle/>
          <a:p>
            <a:endParaRPr lang="zh-CN" altLang="en-US"/>
          </a:p>
        </p:txBody>
      </p:sp>
    </p:spTree>
    <p:extLst>
      <p:ext uri="{BB962C8B-B14F-4D97-AF65-F5344CB8AC3E}">
        <p14:creationId xmlns:p14="http://schemas.microsoft.com/office/powerpoint/2010/main" val="196027141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sz="quarter" idx="10"/>
          </p:nvPr>
        </p:nvSpPr>
        <p:spPr/>
        <p:txBody>
          <a:bodyPr/>
          <a:lstStyle/>
          <a:p>
            <a:endParaRPr lang="zh-CN" altLang="en-US"/>
          </a:p>
        </p:txBody>
      </p:sp>
      <p:sp>
        <p:nvSpPr>
          <p:cNvPr id="4" name="文本占位符 3"/>
          <p:cNvSpPr>
            <a:spLocks noGrp="1"/>
          </p:cNvSpPr>
          <p:nvPr>
            <p:ph type="body" sz="quarter" idx="11"/>
          </p:nvPr>
        </p:nvSpPr>
        <p:spPr/>
        <p:txBody>
          <a:bodyPr/>
          <a:lstStyle/>
          <a:p>
            <a:endParaRPr lang="zh-CN" altLang="en-US"/>
          </a:p>
        </p:txBody>
      </p:sp>
      <p:sp>
        <p:nvSpPr>
          <p:cNvPr id="5" name="文本占位符 4"/>
          <p:cNvSpPr>
            <a:spLocks noGrp="1"/>
          </p:cNvSpPr>
          <p:nvPr>
            <p:ph type="body" sz="quarter" idx="12"/>
          </p:nvPr>
        </p:nvSpPr>
        <p:spPr/>
        <p:txBody>
          <a:bodyPr/>
          <a:lstStyle/>
          <a:p>
            <a:endParaRPr lang="zh-CN" altLang="en-US"/>
          </a:p>
        </p:txBody>
      </p:sp>
    </p:spTree>
    <p:extLst>
      <p:ext uri="{BB962C8B-B14F-4D97-AF65-F5344CB8AC3E}">
        <p14:creationId xmlns:p14="http://schemas.microsoft.com/office/powerpoint/2010/main" val="37968556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sz="quarter" idx="10"/>
          </p:nvPr>
        </p:nvSpPr>
        <p:spPr/>
        <p:txBody>
          <a:bodyPr/>
          <a:lstStyle/>
          <a:p>
            <a:endParaRPr lang="zh-CN" altLang="en-US"/>
          </a:p>
        </p:txBody>
      </p:sp>
      <p:sp>
        <p:nvSpPr>
          <p:cNvPr id="4" name="文本占位符 3"/>
          <p:cNvSpPr>
            <a:spLocks noGrp="1"/>
          </p:cNvSpPr>
          <p:nvPr>
            <p:ph type="body" sz="quarter" idx="11"/>
          </p:nvPr>
        </p:nvSpPr>
        <p:spPr/>
        <p:txBody>
          <a:bodyPr/>
          <a:lstStyle/>
          <a:p>
            <a:endParaRPr lang="zh-CN" altLang="en-US"/>
          </a:p>
        </p:txBody>
      </p:sp>
      <p:sp>
        <p:nvSpPr>
          <p:cNvPr id="5" name="文本占位符 4"/>
          <p:cNvSpPr>
            <a:spLocks noGrp="1"/>
          </p:cNvSpPr>
          <p:nvPr>
            <p:ph type="body" sz="quarter" idx="12"/>
          </p:nvPr>
        </p:nvSpPr>
        <p:spPr/>
        <p:txBody>
          <a:bodyPr/>
          <a:lstStyle/>
          <a:p>
            <a:endParaRPr lang="zh-CN" altLang="en-US"/>
          </a:p>
        </p:txBody>
      </p:sp>
    </p:spTree>
    <p:extLst>
      <p:ext uri="{BB962C8B-B14F-4D97-AF65-F5344CB8AC3E}">
        <p14:creationId xmlns:p14="http://schemas.microsoft.com/office/powerpoint/2010/main" val="87683733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3902981163"/>
      </p:ext>
    </p:extLst>
  </p:cSld>
  <p:clrMapOvr>
    <a:masterClrMapping/>
  </p:clrMapOvr>
</p:sld>
</file>

<file path=ppt/theme/theme1.xml><?xml version="1.0" encoding="utf-8"?>
<a:theme xmlns:a="http://schemas.openxmlformats.org/drawingml/2006/main" name="Office 主题​​">
  <a:themeElements>
    <a:clrScheme name="自定义 1">
      <a:dk1>
        <a:sysClr val="windowText" lastClr="000000"/>
      </a:dk1>
      <a:lt1>
        <a:sysClr val="window" lastClr="FFFFFF"/>
      </a:lt1>
      <a:dk2>
        <a:srgbClr val="0E2841"/>
      </a:dk2>
      <a:lt2>
        <a:srgbClr val="E8E8E8"/>
      </a:lt2>
      <a:accent1>
        <a:srgbClr val="D12920"/>
      </a:accent1>
      <a:accent2>
        <a:srgbClr val="E97132"/>
      </a:accent2>
      <a:accent3>
        <a:srgbClr val="E1C1A1"/>
      </a:accent3>
      <a:accent4>
        <a:srgbClr val="0F1946"/>
      </a:accent4>
      <a:accent5>
        <a:srgbClr val="FFA679"/>
      </a:accent5>
      <a:accent6>
        <a:srgbClr val="5592DC"/>
      </a:accent6>
      <a:hlink>
        <a:srgbClr val="D12920"/>
      </a:hlink>
      <a:folHlink>
        <a:srgbClr val="C65929"/>
      </a:folHlink>
    </a:clrScheme>
    <a:fontScheme name="Office">
      <a:majorFont>
        <a:latin typeface="等线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自定义设计方案">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2780</TotalTime>
  <Words>62</Words>
  <Application>Microsoft Office PowerPoint</Application>
  <PresentationFormat>宽屏</PresentationFormat>
  <Paragraphs>23</Paragraphs>
  <Slides>7</Slides>
  <Notes>4</Notes>
  <HiddenSlides>0</HiddenSlides>
  <MMClips>0</MMClips>
  <ScaleCrop>false</ScaleCrop>
  <HeadingPairs>
    <vt:vector size="6" baseType="variant">
      <vt:variant>
        <vt:lpstr>已用的字体</vt:lpstr>
      </vt:variant>
      <vt:variant>
        <vt:i4>6</vt:i4>
      </vt:variant>
      <vt:variant>
        <vt:lpstr>主题</vt:lpstr>
      </vt:variant>
      <vt:variant>
        <vt:i4>2</vt:i4>
      </vt:variant>
      <vt:variant>
        <vt:lpstr>幻灯片标题</vt:lpstr>
      </vt:variant>
      <vt:variant>
        <vt:i4>7</vt:i4>
      </vt:variant>
    </vt:vector>
  </HeadingPairs>
  <TitlesOfParts>
    <vt:vector size="15" baseType="lpstr">
      <vt:lpstr>Microsoft YaHei Light</vt:lpstr>
      <vt:lpstr>Microsoft YaHei</vt:lpstr>
      <vt:lpstr>Microsoft YaHei</vt:lpstr>
      <vt:lpstr>Arial</vt:lpstr>
      <vt:lpstr>Calibri</vt:lpstr>
      <vt:lpstr>Calibri Light</vt:lpstr>
      <vt:lpstr>Office 主题​​</vt:lpstr>
      <vt:lpstr>自定义设计方案</vt:lpstr>
      <vt:lpstr>单词此处添加标题</vt:lpstr>
      <vt:lpstr>目录</vt:lpstr>
      <vt:lpstr>请输入章节标题</vt:lpstr>
      <vt:lpstr>PowerPoint 演示文稿</vt:lpstr>
      <vt:lpstr>PowerPoint 演示文稿</vt:lpstr>
      <vt:lpstr>PowerPoint 演示文稿</vt:lpstr>
      <vt:lpstr>PowerPoint 演示文稿</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office</dc:creator>
  <cp:lastModifiedBy>Margaret Mitchell</cp:lastModifiedBy>
  <cp:revision>173</cp:revision>
  <dcterms:created xsi:type="dcterms:W3CDTF">2024-07-02T02:48:28Z</dcterms:created>
  <dcterms:modified xsi:type="dcterms:W3CDTF">2025-03-25T05:55:56Z</dcterms:modified>
</cp:coreProperties>
</file>